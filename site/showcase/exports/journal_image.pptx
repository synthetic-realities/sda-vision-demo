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journal-image.png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Assessment summary</a:t>
            </a:r>
          </a:p>
          <a:p>
            <a:r>
              <a:t>Finding | Leaning synthetic</a:t>
            </a:r>
          </a:p>
          <a:p>
            <a:r>
              <a:t>Recorded verdict | synthetic likely</a:t>
            </a:r>
          </a:p>
          <a:p>
            <a:r>
              <a:t>Confidence | high</a:t>
            </a:r>
          </a:p>
          <a:p>
            <a:r>
              <a:t>Indicative rating | 78/100</a:t>
            </a:r>
          </a:p>
          <a:p>
            <a:r>
              <a:t>Rating basis | median of available model ratings; not a calibrated probability</a:t>
            </a:r>
          </a:p>
          <a:p>
            <a:r>
              <a:t>Explanation | 3 models agree this is likely synthetic.</a:t>
            </a:r>
          </a:p>
          <a:p>
            <a:r>
              <a:t>Coverage | image - 1 frame(s) analysed</a:t>
            </a:r>
          </a:p>
          <a:p>
            <a:r>
              <a:t>Review context | Research assessment. Review alongside source information and context. When credentials are missing, origin remains unresolved by this check. Use these findings to inform a documented human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overview</a:t>
            </a:r>
          </a:p>
          <a:p>
            <a:r>
              <a:t>Claude Vision | vision / ok | synthetic likely | 90/100</a:t>
            </a:r>
          </a:p>
          <a:p>
            <a:r>
              <a:t>OpenAI Vision | vision / ok | synthetic likely | 78/100</a:t>
            </a:r>
          </a:p>
          <a:p>
            <a:r>
              <a:t>Gemini Vision | vision / ok | synthetic likely | 72/100</a:t>
            </a:r>
          </a:p>
          <a:p>
            <a:r>
              <a:t>C2PA Content Credentials | provenance / ok | inconclusive | n/a</a:t>
            </a:r>
          </a:p>
          <a:p>
            <a:r>
              <a:t>Local forensic cues | forensic / ok | partially synthetic | 41/100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90/100; tells: uniform painterly-photoreal rendering style shared across the main scene and all six portrait tiles, typical of a single image-generation pass, stock-archetype faces with exaggerated, near-identical 'distressed' expressions and similar desaturated grading, over-smooth yet hyper-detailed skin texture (pores and stubble rendered evenly, slightly waxy highlights), syringe and gloved-hand geometry ambiguous: needle entry point and grip read loosely, with fingers merging around the barrel</a:t>
            </a:r>
          </a:p>
          <a:p>
            <a:r>
              <a:t>Evidence 1 | Uniform painterly-photoreal rendering style shared across the main scene and all six portrait tiles, typical of a single image-generation pass</a:t>
            </a:r>
          </a:p>
          <a:p>
            <a:r>
              <a:t>Evidence 2 | Stock-archetype faces with exaggerated, near-identical 'distressed' expressions and similar desaturated grading</a:t>
            </a:r>
          </a:p>
          <a:p>
            <a:r>
              <a:t>Evidence 3 | Over-smooth yet hyper-detailed skin texture (pores and stubble rendered evenly, slightly waxy highlights)</a:t>
            </a:r>
          </a:p>
          <a:p>
            <a:r>
              <a:t>Evidence 4 | Syringe and gloved-hand geometry ambiguous: needle entry point and grip read loosely, with fingers merging around the barrel</a:t>
            </a:r>
          </a:p>
          <a:p>
            <a:r>
              <a:t>Evidence 5 | Man's hand pinching the sleeve has soft, poorly separated knuckles</a:t>
            </a:r>
          </a:p>
          <a:p>
            <a:r>
              <a:t>Evidence 6 | Clean, correctly spelled headline and label typography integrated seamlessly with the artwork, consistent with recent text-capable generators</a:t>
            </a:r>
          </a:p>
          <a:p>
            <a:r>
              <a:t>Evidence 7 | Decorative torn-paper edge and grunge textures with a generic, procedurally uniform look</a:t>
            </a:r>
          </a:p>
          <a:p>
            <a:r>
              <a:t>Evidence 8 | No camera-consistent noise, lens blur falloff, or compression grain differences between the 'photo' regions</a:t>
            </a:r>
          </a:p>
          <a:p>
            <a:r>
              <a:t>Evidence 9 | Square 1254x1254-style canvas with PNG output and no provenance metadata context supplied</a:t>
            </a:r>
          </a:p>
          <a:p>
            <a:r>
              <a:t>Evidence 10 | Caveat: The fully synthetic look is strong, but a designed graphic could also combine stock photos with heavy stylisation. Check the file's metadata, C2PA/content credentials and reverse-image matches before attributing origin. The rating does not assess the truth of any health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90/100; tells: uniform painterly-photoreal rendering style shared across the main scene and all six portrait tiles, typical of a single image-generation pass, stock-archetype faces with exaggerated, near-identical 'distressed' expressions and similar desaturated grading, over-smooth yet hyper-detailed skin texture (pores and stubble rendered evenly, slightly waxy highlights), syringe and gloved-hand geometry ambiguous: needle entry point and grip read loosely, with fingers merging around the barrel</a:t>
            </a:r>
          </a:p>
          <a:p>
            <a:r>
              <a:t>Evidence 1 | Uniform painterly-photoreal rendering style shared across the main scene and all six portrait tiles, typical of a single image-generation pass</a:t>
            </a:r>
          </a:p>
          <a:p>
            <a:r>
              <a:t>Evidence 2 | Stock-archetype faces with exaggerated, near-identical 'distressed' expressions and similar desaturated grading</a:t>
            </a:r>
          </a:p>
          <a:p>
            <a:r>
              <a:t>Evidence 3 | Over-smooth yet hyper-detailed skin texture (pores and stubble rendered evenly, slightly waxy highlights)</a:t>
            </a:r>
          </a:p>
          <a:p>
            <a:r>
              <a:t>Evidence 4 | Syringe and gloved-hand geometry ambiguous: needle entry point and grip read loosely, with fingers merging around the barrel</a:t>
            </a:r>
          </a:p>
          <a:p>
            <a:r>
              <a:t>Evidence 5 | Man's hand pinching the sleeve has soft, poorly separated knuckles</a:t>
            </a:r>
          </a:p>
          <a:p>
            <a:r>
              <a:t>Evidence 6 | Clean, correctly spelled headline and label typography integrated seamlessly with the artwork, consistent with recent text-capable generators</a:t>
            </a:r>
          </a:p>
          <a:p>
            <a:r>
              <a:t>Evidence 7 | Decorative torn-paper edge and grunge textures with a generic, procedurally uniform look</a:t>
            </a:r>
          </a:p>
          <a:p>
            <a:r>
              <a:t>Evidence 8 | No camera-consistent noise, lens blur falloff, or compression grain differences between the 'photo' regions</a:t>
            </a:r>
          </a:p>
          <a:p>
            <a:r>
              <a:t>Evidence 9 | Square 1254x1254-style canvas with PNG output and no provenance metadata context supplied</a:t>
            </a:r>
          </a:p>
          <a:p>
            <a:r>
              <a:t>Evidence 10 | Caveat: The fully synthetic look is strong, but a designed graphic could also combine stock photos with heavy stylisation. Check the file's metadata, C2PA/content credentials and reverse-image matches before attributing origin. The rating does not assess the truth of any health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1</a:t>
            </a:r>
          </a:p>
          <a:p>
            <a:r>
              <a:t>Provider | Claude Vision</a:t>
            </a:r>
          </a:p>
          <a:p>
            <a:r>
              <a:t>Model | claude-opus-5-5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90/100; tells: uniform painterly-photoreal rendering style shared across the main scene and all six portrait tiles, typical of a single image-generation pass, stock-archetype faces with exaggerated, near-identical 'distressed' expressions and similar desaturated grading, over-smooth yet hyper-detailed skin texture (pores and stubble rendered evenly, slightly waxy highlights), syringe and gloved-hand geometry ambiguous: needle entry point and grip read loosely, with fingers merging around the barrel</a:t>
            </a:r>
          </a:p>
          <a:p>
            <a:r>
              <a:t>Evidence 1 | Uniform painterly-photoreal rendering style shared across the main scene and all six portrait tiles, typical of a single image-generation pass</a:t>
            </a:r>
          </a:p>
          <a:p>
            <a:r>
              <a:t>Evidence 2 | Stock-archetype faces with exaggerated, near-identical 'distressed' expressions and similar desaturated grading</a:t>
            </a:r>
          </a:p>
          <a:p>
            <a:r>
              <a:t>Evidence 3 | Over-smooth yet hyper-detailed skin texture (pores and stubble rendered evenly, slightly waxy highlights)</a:t>
            </a:r>
          </a:p>
          <a:p>
            <a:r>
              <a:t>Evidence 4 | Syringe and gloved-hand geometry ambiguous: needle entry point and grip read loosely, with fingers merging around the barrel</a:t>
            </a:r>
          </a:p>
          <a:p>
            <a:r>
              <a:t>Evidence 5 | Man's hand pinching the sleeve has soft, poorly separated knuckles</a:t>
            </a:r>
          </a:p>
          <a:p>
            <a:r>
              <a:t>Evidence 6 | Clean, correctly spelled headline and label typography integrated seamlessly with the artwork, consistent with recent text-capable generators</a:t>
            </a:r>
          </a:p>
          <a:p>
            <a:r>
              <a:t>Evidence 7 | Decorative torn-paper edge and grunge textures with a generic, procedurally uniform look</a:t>
            </a:r>
          </a:p>
          <a:p>
            <a:r>
              <a:t>Evidence 8 | No camera-consistent noise, lens blur falloff, or compression grain differences between the 'photo' regions</a:t>
            </a:r>
          </a:p>
          <a:p>
            <a:r>
              <a:t>Evidence 9 | Square 1254x1254-style canvas with PNG output and no provenance metadata context supplied</a:t>
            </a:r>
          </a:p>
          <a:p>
            <a:r>
              <a:t>Evidence 10 | Caveat: The fully synthetic look is strong, but a designed graphic could also combine stock photos with heavy stylisation. Check the file's metadata, C2PA/content credentials and reverse-image matches before attributing origin. The rating does not assess the truth of any health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78/100; tells: Main vaccination scene and six inset portraits share unusually uniform cinematic lighting and textured skin rendering., Syringe barrel, plunger, and gloved grip have indistinct, difficult-to-reconcile geometry., Hair and facial creases in several portraits appear unusually densely sharpened against smooth backgrounds., Crisp, coherent typography and neatly aligned panels indicate a designed graphic but do not independently establish AI use.</a:t>
            </a:r>
          </a:p>
          <a:p>
            <a:r>
              <a:t>Evidence 1 | Main vaccination scene and six inset portraits share unusually uniform cinematic lighting and textured skin rendering.</a:t>
            </a:r>
          </a:p>
          <a:p>
            <a:r>
              <a:t>Evidence 2 | Syringe barrel, plunger, and gloved grip have indistinct, difficult-to-reconcile geometry.</a:t>
            </a:r>
          </a:p>
          <a:p>
            <a:r>
              <a:t>Evidence 3 | Hair and facial creases in several portraits appear unusually densely sharpened against smooth backgrounds.</a:t>
            </a:r>
          </a:p>
          <a:p>
            <a:r>
              <a:t>Evidence 4 | Crisp, coherent typography and neatly aligned panels indicate a designed graphic but do not independently establish AI use.</a:t>
            </a:r>
          </a:p>
          <a:p>
            <a:r>
              <a:t>Evidence 5 | Caveat: A professionally designed collage of stock photographs could produce similar styling; source assets and provenance are needed to distinguish generated portraits from conventional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2</a:t>
            </a:r>
          </a:p>
          <a:p>
            <a:r>
              <a:t>Provider | OpenAI Vision</a:t>
            </a:r>
          </a:p>
          <a:p>
            <a:r>
              <a:t>Model | gpt-6-astra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78/100; tells: Main vaccination scene and six inset portraits share unusually uniform cinematic lighting and textured skin rendering., Syringe barrel, plunger, and gloved grip have indistinct, difficult-to-reconcile geometry., Hair and facial creases in several portraits appear unusually densely sharpened against smooth backgrounds., Crisp, coherent typography and neatly aligned panels indicate a designed graphic but do not independently establish AI use.</a:t>
            </a:r>
          </a:p>
          <a:p>
            <a:r>
              <a:t>Evidence 1 | Main vaccination scene and six inset portraits share unusually uniform cinematic lighting and textured skin rendering.</a:t>
            </a:r>
          </a:p>
          <a:p>
            <a:r>
              <a:t>Evidence 2 | Syringe barrel, plunger, and gloved grip have indistinct, difficult-to-reconcile geometry.</a:t>
            </a:r>
          </a:p>
          <a:p>
            <a:r>
              <a:t>Evidence 3 | Hair and facial creases in several portraits appear unusually densely sharpened against smooth backgrounds.</a:t>
            </a:r>
          </a:p>
          <a:p>
            <a:r>
              <a:t>Evidence 4 | Crisp, coherent typography and neatly aligned panels indicate a designed graphic but do not independently establish AI use.</a:t>
            </a:r>
          </a:p>
          <a:p>
            <a:r>
              <a:t>Evidence 5 | Caveat: A professionally designed collage of stock photographs could produce similar styling; source assets and provenance are needed to distinguish generated portraits from conventional editing.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72/100; tells: model read this as AI editing over a photographic base image, hyper-rendered skin textures, characteristic AI portrait lighting across multiple subjects, slightly unnatural finger and needle interaction</a:t>
            </a:r>
          </a:p>
          <a:p>
            <a:r>
              <a:t>Evidence 1 | Model read this as AI editing over a photographic base image</a:t>
            </a:r>
          </a:p>
          <a:p>
            <a:r>
              <a:t>Evidence 2 | Hyper-rendered skin textures</a:t>
            </a:r>
          </a:p>
          <a:p>
            <a:r>
              <a:t>Evidence 3 | Characteristic AI portrait lighting across multiple subjects</a:t>
            </a:r>
          </a:p>
          <a:p>
            <a:r>
              <a:t>Evidence 4 | Slightly unnatural finger and needle interaction</a:t>
            </a:r>
          </a:p>
          <a:p>
            <a:r>
              <a:t>Evidence 5 | Stereotyped expressive posing common in text-to-image models</a:t>
            </a:r>
          </a:p>
          <a:p>
            <a:r>
              <a:t>Evidence 6 | Caveat: Composite infographic layout uses standard design typography alongside potentially AI-generated stock-style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3</a:t>
            </a:r>
          </a:p>
          <a:p>
            <a:r>
              <a:t>Provider | Gemini Vision</a:t>
            </a:r>
          </a:p>
          <a:p>
            <a:r>
              <a:t>Model | gemini-3.8-flash</a:t>
            </a:r>
          </a:p>
          <a:p>
            <a:r>
              <a:t>Status | ok</a:t>
            </a:r>
          </a:p>
          <a:p>
            <a:r>
              <a:t>Assessment | synthetic likely</a:t>
            </a:r>
          </a:p>
          <a:p>
            <a:r>
              <a:t>Confidence | medium</a:t>
            </a:r>
          </a:p>
          <a:p>
            <a:r>
              <a:t>Role in assessment | Supporting</a:t>
            </a:r>
          </a:p>
          <a:p>
            <a:r>
              <a:t>Provider summary | synthetic likelihood 72/100; tells: model read this as AI editing over a photographic base image, hyper-rendered skin textures, characteristic AI portrait lighting across multiple subjects, slightly unnatural finger and needle interaction</a:t>
            </a:r>
          </a:p>
          <a:p>
            <a:r>
              <a:t>Evidence 1 | Model read this as AI editing over a photographic base image</a:t>
            </a:r>
          </a:p>
          <a:p>
            <a:r>
              <a:t>Evidence 2 | Hyper-rendered skin textures</a:t>
            </a:r>
          </a:p>
          <a:p>
            <a:r>
              <a:t>Evidence 3 | Characteristic AI portrait lighting across multiple subjects</a:t>
            </a:r>
          </a:p>
          <a:p>
            <a:r>
              <a:t>Evidence 4 | Slightly unnatural finger and needle interaction</a:t>
            </a:r>
          </a:p>
          <a:p>
            <a:r>
              <a:t>Evidence 5 | Stereotyped expressive posing common in text-to-image models</a:t>
            </a:r>
          </a:p>
          <a:p>
            <a:r>
              <a:t>Evidence 6 | Caveat: Composite infographic layout uses standard design typography alongside potentially AI-generated stock-style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Content Credentials / provenance</a:t>
            </a:r>
          </a:p>
          <a:p>
            <a:r>
              <a:t>Provider | C2PA Content Credentials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inconclusive</a:t>
            </a:r>
          </a:p>
          <a:p>
            <a:r>
              <a:t>Confidence | Not recorded</a:t>
            </a:r>
          </a:p>
          <a:p>
            <a:r>
              <a:t>Role in assessment | Additional finding</a:t>
            </a:r>
          </a:p>
          <a:p>
            <a:r>
              <a:t>Provider summary | Embedded credentials: none found. Origin remains unresolved by this check.</a:t>
            </a:r>
          </a:p>
          <a:p>
            <a:r>
              <a:t>Evidence 1 | Coverage: credentials embedded in the submitted file. External credentials were not retrieved.</a:t>
            </a:r>
          </a:p>
          <a:p>
            <a:r>
              <a:t>Evidence 2 | Verifier: c2pa-python 0.37.12; native SDK 0.91.0; specification target 2.4; policy embedded-offline-reviewed-trust-v3.</a:t>
            </a:r>
          </a:p>
          <a:p>
            <a:r>
              <a:t>Evidence 3 | Offline embedded-manifest verification; no network trust-list, manifest or revocation refresh.</a:t>
            </a:r>
          </a:p>
          <a:p>
            <a:r>
              <a:t>Evidence 4 | No reviewed local C2PA trust snapshot installed. Provenance overrides are disabled.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Provider evidence / 5</a:t>
            </a:r>
          </a:p>
          <a:p>
            <a:r>
              <a:t>Provider | Local forensic cues</a:t>
            </a:r>
          </a:p>
          <a:p>
            <a:r>
              <a:t>Model | Not recorded</a:t>
            </a:r>
          </a:p>
          <a:p>
            <a:r>
              <a:t>Status | ok</a:t>
            </a:r>
          </a:p>
          <a:p>
            <a:r>
              <a:t>Assessment | partially synthetic</a:t>
            </a:r>
          </a:p>
          <a:p>
            <a:r>
              <a:t>Confidence | low</a:t>
            </a:r>
          </a:p>
          <a:p>
            <a:r>
              <a:t>Role in assessment | Additional finding</a:t>
            </a:r>
          </a:p>
          <a:p>
            <a:r>
              <a:t>Provider summary | Heuristic synthetic likelihood 41/100 from metadata + pixel statistics.</a:t>
            </a:r>
          </a:p>
          <a:p>
            <a:r>
              <a:t>Evidence 1 | No camera EXIF (common in AI exports, screenshots, and re-saves).</a:t>
            </a:r>
          </a:p>
          <a:p>
            <a:r>
              <a:t>Evidence 2 | ELA mean 1.8, peak 53 (uniform high ELA can indicate generation/heavy edit).</a:t>
            </a:r>
          </a:p>
          <a:p>
            <a:r>
              <a:t>Evidence 3 | High-frequency noise std 10.42 (very low/very uniform noise is a synthesis cue).</a:t>
            </a:r>
          </a:p>
          <a:p>
            <a:r>
              <a:t>Evidence 4 | Spectral peakiness 24.85 (periodic frequency peaks can mark generated textures).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Evidence supporting this verdict</a:t>
            </a:r>
          </a:p>
          <a:p>
            <a:r>
              <a:t>Claude Vision | synthetic likelihood 90/100; tells: uniform painterly-photoreal rendering style shared across the main scene and all six portrait tiles, typical of a single image-generation pass, stock-archetype faces with exaggerated, near-identical 'distressed' expressions and similar desaturated grading, over-smooth yet hyper-detailed skin texture (pores and stubble rendered evenly, slightly waxy highlights), syringe and gloved-hand geometry ambiguous: needle entry point and grip read loosely, with fingers merging around the barrel</a:t>
            </a:r>
          </a:p>
          <a:p>
            <a:r>
              <a:t>OpenAI Vision | synthetic likelihood 78/100; tells: Main vaccination scene and six inset portraits share unusually uniform cinematic lighting and textured skin rendering., Syringe barrel, plunger, and gloved grip have indistinct, difficult-to-reconcile geometry., Hair and facial creases in several portraits appear unusually densely sharpened against smooth backgrounds., Crisp, coherent typography and neatly aligned panels indicate a designed graphic but do not independently establish AI use.</a:t>
            </a:r>
          </a:p>
          <a:p>
            <a:r>
              <a:t>Gemini Vision | synthetic likelihood 72/100; tells: model read this as AI editing over a photographic base image, hyper-rendered skin textures, characteristic AI portrait lighting across multiple subjects, slightly unnatural finger and needle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Additional findings</a:t>
            </a:r>
          </a:p>
          <a:p>
            <a:r>
              <a:t>Local forensic cues | Supporting observation; considered alongside the model assessments.</a:t>
            </a:r>
          </a:p>
          <a:p>
            <a:r>
              <a:t>C2PA Content Credentials | Embedded credentials: none found. Origin remains unresolved by this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Visible text</a:t>
            </a:r>
          </a:p>
          <a:p>
            <a:r>
              <a:t>Recorded text | Research Brief • 2025</a:t>
            </a:r>
          </a:p>
          <a:p>
            <a:r>
              <a:t>Neurological Reports Following</a:t>
            </a:r>
          </a:p>
          <a:p>
            <a:r>
              <a:t>Immunisation: A Preliminary Review</a:t>
            </a:r>
          </a:p>
          <a:p>
            <a:r>
              <a:t>NEW REVIEW RAISES QUESTIONS</a:t>
            </a:r>
          </a:p>
          <a:p>
            <a:r>
              <a:t>ABOUT mRNA SHOTS</a:t>
            </a:r>
          </a:p>
          <a:p>
            <a:r>
              <a:t>Z</a:t>
            </a:r>
          </a:p>
          <a:p>
            <a:r>
              <a:t>Z</a:t>
            </a:r>
          </a:p>
          <a:p>
            <a:r>
              <a:t>MOOD</a:t>
            </a:r>
          </a:p>
          <a:p>
            <a:r>
              <a:t>MEMORY</a:t>
            </a:r>
          </a:p>
          <a:p>
            <a:r>
              <a:t>SLEEP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How this assessment was reached</a:t>
            </a:r>
          </a:p>
          <a:p>
            <a:r>
              <a:t>1. override | outcome=none; detail=No confirmed C2PA AI assertion or SynthID watermark. Origin remains unresolved by these checks.</a:t>
            </a:r>
          </a:p>
          <a:p>
            <a:r>
              <a:t>2. model_agreement | synthetic=['Claude Vision', 'OpenAI Vision', 'Gemini Vision']; authentic=[]; uncertain=[]; forensic_supports_synthetic=False</a:t>
            </a:r>
          </a:p>
          <a:p>
            <a:r>
              <a:t>3. verdict | value=synthetic_likely; confidence=high; reason=3 models agree this is likely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journal-image.png</a:t>
            </a:r>
          </a:p>
          <a:p>
            <a:r>
              <a:t>File and analysis record</a:t>
            </a:r>
          </a:p>
          <a:p>
            <a:r>
              <a:t>File | journal-image.png</a:t>
            </a:r>
          </a:p>
          <a:p>
            <a:r>
              <a:t>Analysis ID | edbcc4b1-e980-4105-87b5-1bcf9bc171af</a:t>
            </a:r>
          </a:p>
          <a:p>
            <a:r>
              <a:t>Generated | 2026-09-26T22:31:06+00:00</a:t>
            </a:r>
          </a:p>
          <a:p>
            <a:r>
              <a:t>Tool | SDA Vision 0.1.0</a:t>
            </a:r>
          </a:p>
          <a:p>
            <a:r>
              <a:t>Models | claude-opus-5-5, gemini-3.8-flash, gpt-6-astra</a:t>
            </a:r>
          </a:p>
          <a:p>
            <a:r>
              <a:t>Method version | pdf-preparation-2026-09-26.1</a:t>
            </a:r>
          </a:p>
          <a:p>
            <a:r>
              <a:t>Analysis lens | general</a:t>
            </a:r>
          </a:p>
          <a:p>
            <a:r>
              <a:t>Original SHA-256 | b11aa1e8c5c17a9496d362987bd4bf0c00a83bccd3a4a704f0f6ab7a7cf6fc8d</a:t>
            </a:r>
          </a:p>
          <a:p>
            <a:r>
              <a:t>Ingestion note 1 | Fresh provider replies acquired for eleven-examples-refresh-20260926-r1; report assembled locally from the saved responses without further API calls.</a:t>
            </a:r>
          </a:p>
          <a:p>
            <a:r>
              <a:t>Ingestion note 2 | Provider latency values are restored from the acquisition receipts (maximum sampled-frame latency per provider); raw replies and assessment results are unchanged by this bookkeeping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Analysed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353312"/>
            <a:ext cx="41148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53212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0">
                <a:solidFill>
                  <a:srgbClr val="21243A"/>
                </a:solidFill>
                <a:latin typeface="Arial"/>
              </a:defRPr>
            </a:pPr>
            <a:r>
              <a:t>journal-image.png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Assessment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Leaning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verdict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Indicative rating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78/100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Rating basis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median of available model ratings; not a calibrated probability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Explanation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 models agree this is likely synthetic.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 - 1 frame(s) analysed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Review context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Research assessment. Review alongside source information and context. When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credentials are missing, origin remains unresolved by this check. Use these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findings to inform a documented human review.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8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Type / status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Rating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90/100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78/100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vision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72/100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provenance / 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8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1993"/>
                <a:gridCol w="1850745"/>
                <a:gridCol w="2523744"/>
                <a:gridCol w="1345996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forensic / 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41/100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56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568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90/100; tells: uniform painterly-photoreal rendering style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shared across the main scene and all six portrait tiles, typical of a single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image-generation pass, stock-archetype faces with exaggerated, near-identical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'distressed' expressions and similar desaturated grading, over-smooth yet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hyper-detailed skin texture (pores and stubble rendered evenly, slightly waxy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highlights), syringe and gloved-hand geometry ambiguous: needle entry point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grip read loosely, with fingers merging around the barrel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3665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Uniform painterly-photoreal rendering style shared across the main scene and all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six portrait tiles, typical of a single image-generation pass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Stock-archetype faces with exaggerated, near-identical 'distressed' expressions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similar desaturated grading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Over-smooth yet hyper-detailed skin texture (pores and stubble rendered evenly,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slightly waxy highlights)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8061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Syringe and gloved-hand geometry ambiguous: needle entry point and grip read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loosely, with fingers merging around the barrel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3588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Man's hand pinching the sleeve has soft, poorly separated knuckles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70840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Clean, correctly spelled headline and label typography integrated seamlessly with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the artwork, consistent with recent text-capable generators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426110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7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Decorative torn-paper edge and grunge textures with a generic, procedurally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uniform look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481380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8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camera-consistent noise, lens blur falloff, or compression grain differences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between the 'photo' regions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3665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9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Square 1254x1254-style canvas with PNG output and no provenance metadata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context supplied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1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959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9591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The fully synthetic look is strong, but a designed graphic could also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combine stock photos with heavy stylisation. Check the file's metadata,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C2PA/content credentials and reverse-image matches before attributing origin.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The rating does not assess the truth of any health claim.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gpt-6-astra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136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3655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78/100; tells: Main vaccination scene and six inset portraits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share unusually uniform cinematic lighting and textured skin rendering., Syringe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barrel, plunger, and gloved grip have indistinct, difficult-to-reconcile geometry.,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Hair and facial creases in several portraits appear unusually densely sharpened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against smooth backgrounds., Crisp, coherent typography and neatly aligned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panels indicate a designed graphic but do not independently establish AI use.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5163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Main vaccination scene and six inset portraits share unusually uniform cinematic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lighting and textured skin rendering.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2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Syringe barrel, plunger, and gloved grip have indistinct, difficult-to-reconcile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geometry.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Hair and facial creases in several portraits appear unusually densely sharpened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against smooth backgrounds.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8061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Crisp, coherent typography and neatly aligned panels indicate a designed graphic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but do not independently establish AI use.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3358896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A professionally designed collage of stock photographs could produce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similar styling; source assets and provenance are needed to distinguish generated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portraits from conventional editing.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gemini-3.8-flash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likely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72/100; tells: model read this as AI editing over 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photographic base image, hyper-rendered skin textures, characteristic AI portrait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lighting across multiple subjects, slightly unnatural finger and needle interaction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5537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 read this as AI editing over a photographic base image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9032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Hyper-rendered skin textures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Characteristic AI portrait lighting across multiple subjects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3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Slightly unnatural finger and needle interaction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5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Stereotyped expressive posing common in text-to-image models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6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Caveat: Composite infographic layout uses standard design typography alongside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potentially AI-generated stock-style faces.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inconclusive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Coverage: credentials embedded in the submitted file. External credentials were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retrieved.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7000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Verifier: c2pa-python 0.37.12; native SDK 0.91.0; specification target 2.4; policy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embedded-offline-reviewed-trust-v3.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252720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Offline embedded-manifest verification; no network trust-list, manifest or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revocation refresh.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Content Credentials / provenance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reviewed local C2PA trust snapshot installed. Provenance overrides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disabled.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Provider evidence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Not recorded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ok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partially synthetic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low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Role in assessment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Additional finding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summary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Heuristic synthetic likelihood 41/100 from metadata + pixel statistics.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No camera EXIF (common in AI exports, screenshots, and re-saves).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2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ELA mean 1.8, peak 53 (uniform high ELA can indicate generation/heavy edit).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84632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3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High-frequency noise std 10.42 (very low/very uniform noise is a synthesis cue).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519582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Evidence 4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Spectral peakiness 24.85 (periodic frequency peaks can mark generated textures).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Evidence supporting this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1568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568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90/100; tells: uniform painterly-photoreal rendering style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shared across the main scene and all six portrait tiles, typical of a single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image-generation pass, stock-archetype faces with exaggerated, near-identical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'distressed' expressions and similar desaturated grading, over-smooth yet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hyper-detailed skin texture (pores and stubble rendered evenly, slightly waxy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highlights), syringe and gloved-hand geometry ambiguous: needle entry point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and grip read loosely, with fingers merging around the barrel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69488"/>
          <a:ext cx="8412479" cy="136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1365503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OpenAI Vision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78/100; tells: Main vaccination scene and six inset portraits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share unusually uniform cinematic lighting and textured skin rendering., Syringe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barrel, plunger, and gloved grip have indistinct, difficult-to-reconcile geometry.,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Hair and facial creases in several portraits appear unusually densely sharpened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against smooth backgrounds., Crisp, coherent typography and neatly aligned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panels indicate a designed graphic but do not independently establish AI use.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4634992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Gemini Vision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 likelihood 72/100; tells: model read this as AI editing over a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photographic base image, hyper-rendered skin textures, characteristic AI portrait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lighting across multiple subjects, slightly unnatural finger and needle interaction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Additional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Local forensic cues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Supporting observation; considered alongside the model assessments.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C2PA Content Credentials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Embedded credentials: none found. Origin remains unresolved by this check.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Visible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2178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21783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Recorded text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Research Brief • 2025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Neurological Reports Following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Immunisation: A Preliminary Review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NEW REVIEW RAISES QUESTIONS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ABOUT mRNA SHOTS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Z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Z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MOOD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MEMORY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SLEEP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How this assessment was 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1. override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outcome=none; detail=No confirmed C2PA AI assertion or SynthID watermark.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 remains unresolved by these checks.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53488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2. model_agreement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synthetic=['Claude Vision', 'OpenAI Vision', 'Gemini Vision']; authentic=[];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uncertain=[]; forensic_supports_synthetic=False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806192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3. verdict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value=synthetic_likely; confidence=high; reason=3 models agree this is likely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synthetic.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19456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C5006A"/>
                </a:solidFill>
                <a:latin typeface="Arial"/>
              </a:defRPr>
            </a:pPr>
            <a:r>
              <a:t>SDA VISION / RESEARCH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841248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21243A"/>
                </a:solidFill>
                <a:latin typeface="Arial"/>
              </a:defRPr>
            </a:pPr>
            <a:r>
              <a:t>File and analysis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91072"/>
            <a:ext cx="800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800" b="0">
                <a:solidFill>
                  <a:srgbClr val="545B6D"/>
                </a:solidFill>
                <a:latin typeface="Arial"/>
              </a:defRPr>
            </a:pPr>
            <a:r>
              <a:t>Research assessment. Ratings are not calibrated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94192" y="6318504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900" b="0">
                <a:solidFill>
                  <a:srgbClr val="545B6D"/>
                </a:solidFill>
                <a:latin typeface="Arial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53312"/>
          <a:ext cx="8412479" cy="34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7472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Field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Recorded detail</a:t>
                      </a:r>
                    </a:p>
                  </a:txBody>
                  <a:tcPr marL="82296" marR="82296" marT="64008" marB="64008">
                    <a:solidFill>
                      <a:srgbClr val="16787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70078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File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journal-image.png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5028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ID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edbcc4b1-e980-4105-87b5-1bcf9bc171af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239979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Generated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2026-09-26T22:31:06+00:00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2749296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Tool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SDA Vision 0.1.0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098800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Models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claude-opus-5-5, gemini-3.8-flash, gpt-6-astra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5760" y="3448304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Method version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pdf-preparation-2026-09-26.1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797808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Analysis lens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general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5760" y="4147312"/>
          <a:ext cx="8412479" cy="34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3495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Original SHA-256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b11aa1e8c5c17a9496d362987bd4bf0c00a83bccd3a4a704f0f6ab7a7cf6fc8d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496816"/>
          <a:ext cx="8412479" cy="552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5527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1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Fresh provider replies acquired for eleven-examples-refresh-20260926-r1; report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assembled locally from the saved responses without further API calls.</a:t>
                      </a:r>
                    </a:p>
                  </a:txBody>
                  <a:tcPr marL="82296" marR="82296" marT="64008" marB="64008">
                    <a:solidFill>
                      <a:srgbClr val="F1F7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5049520"/>
          <a:ext cx="8412479" cy="755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1369"/>
                <a:gridCol w="6141110"/>
              </a:tblGrid>
              <a:tr h="755904"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Ingestion note 2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Provider latency values are restored from the acquisition receipts (maximum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sampled-frame latency per provider); raw replies and assessment results are</a:t>
                      </a:r>
                    </a:p>
                    <a:p>
                      <a:pPr>
                        <a:lnSpc>
                          <a:spcPts val="1600"/>
                        </a:lnSpc>
                        <a:spcAft>
                          <a:spcPts val="0"/>
                        </a:spcAft>
                        <a:defRPr sz="1200" b="0">
                          <a:solidFill>
                            <a:srgbClr val="21243A"/>
                          </a:solidFill>
                          <a:latin typeface="Arial"/>
                        </a:defRPr>
                      </a:pPr>
                      <a:r>
                        <a:t>unchanged by this bookkeeping step.</a:t>
                      </a:r>
                    </a:p>
                  </a:txBody>
                  <a:tcPr marL="82296" marR="82296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 Vision: Analysis report</dc:title>
  <dc:subject>Research assessment export</dc:subject>
  <dc:creator>SDA Vision</dc:creator>
  <cp:keywords/>
  <dc:description/>
  <cp:lastModifiedBy>SDA Vision</cp:lastModifiedBy>
  <cp:revision>1</cp:revision>
  <dcterms:created xsi:type="dcterms:W3CDTF">2026-10-16T06:37:14Z</dcterms:created>
  <dcterms:modified xsi:type="dcterms:W3CDTF">2026-10-16T06:37:14Z</dcterms:modified>
  <cp:category/>
</cp:coreProperties>
</file>