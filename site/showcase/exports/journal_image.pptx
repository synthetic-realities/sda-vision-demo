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journal-image.png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Assessment summary</a:t>
            </a:r>
          </a:p>
          <a:p>
            <a:r>
              <a:t>Finding | Inconclusive</a:t>
            </a:r>
          </a:p>
          <a:p>
            <a:r>
              <a:t>Recorded verdict | inconclusive</a:t>
            </a:r>
          </a:p>
          <a:p>
            <a:r>
              <a:t>Confidence | low</a:t>
            </a:r>
          </a:p>
          <a:p>
            <a:r>
              <a:t>Indicative rating | n/a</a:t>
            </a:r>
          </a:p>
          <a:p>
            <a:r>
              <a:t>Rating basis | no numeric score</a:t>
            </a:r>
          </a:p>
          <a:p>
            <a:r>
              <a:t>Explanation | No vision model returned a usable result. Check provider status in the table.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overview</a:t>
            </a:r>
          </a:p>
          <a:p>
            <a:r>
              <a:t>Claude Vision | vision / disabled | inconclusive | n/a</a:t>
            </a:r>
          </a:p>
          <a:p>
            <a:r>
              <a:t>OpenAI Vision | vision / disabled | inconclusive | n/a</a:t>
            </a:r>
          </a:p>
          <a:p>
            <a:r>
              <a:t>Gemini Vision | vision / disabled | inconclusive | n/a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1.8, peak 53 (uniform high ELA can indicate generation/heavy edit).</a:t>
            </a:r>
          </a:p>
          <a:p>
            <a:r>
              <a:t>Evidence 3 | High-frequency noise std 10.42 (very low/very uniform noise is a synthesis cue).</a:t>
            </a:r>
          </a:p>
          <a:p>
            <a:r>
              <a:t>Evidence 4 | Spectral peakiness 24.85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Evidence supporting this verdict</a:t>
            </a:r>
          </a:p>
          <a:p>
            <a:r>
              <a:t>Record | No entries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synthetic=[]; authentic=[]; uncertain=[]; forensic_supports_synthetic=False</a:t>
            </a:r>
          </a:p>
          <a:p>
            <a:r>
              <a:t>3. verdict | value=inconclusive; confidence=low; reason=No vision model returned a usable result. Check provider status in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File and analysis record</a:t>
            </a:r>
          </a:p>
          <a:p>
            <a:r>
              <a:t>File | journal-image.png</a:t>
            </a:r>
          </a:p>
          <a:p>
            <a:r>
              <a:t>Analysis ID | a275a269-8b2c-4442-bbd7-d03ff4ee7c91</a:t>
            </a:r>
          </a:p>
          <a:p>
            <a:r>
              <a:t>Generated | 2026-09-26T18:37:47+00:00</a:t>
            </a:r>
          </a:p>
          <a:p>
            <a:r>
              <a:t>Tool | SDA Vision 0.1.0</a:t>
            </a:r>
          </a:p>
          <a:p>
            <a:r>
              <a:t>Models | Not recorded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b11aa1e8c5c17a9496d362987bd4bf0c00a83bccd3a4a704f0f6ab7a7cf6fc8d</a:t>
            </a:r>
          </a:p>
          <a:p>
            <a:r>
              <a:t>Ingestion note 1 | Local checks only. LLM visual checks have not been run for this example; no provider requests or fees. An Inconclusive combined result here reflects unavailable visual assessments, not three inconclusive model replies.</a:t>
            </a:r>
          </a:p>
          <a:p>
            <a:r>
              <a:t>Ingestion note 2 | Presentation copy of saved report 51daff64-c246-46da-95b5-06bef3c925b8.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File and analysis record</a:t>
            </a:r>
          </a:p>
          <a:p>
            <a:r>
              <a:t>File | journal-image.png</a:t>
            </a:r>
          </a:p>
          <a:p>
            <a:r>
              <a:t>Analysis ID | a275a269-8b2c-4442-bbd7-d03ff4ee7c91</a:t>
            </a:r>
          </a:p>
          <a:p>
            <a:r>
              <a:t>Generated | 2026-09-26T18:37:47+00:00</a:t>
            </a:r>
          </a:p>
          <a:p>
            <a:r>
              <a:t>Tool | SDA Vision 0.1.0</a:t>
            </a:r>
          </a:p>
          <a:p>
            <a:r>
              <a:t>Models | Not recorded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b11aa1e8c5c17a9496d362987bd4bf0c00a83bccd3a4a704f0f6ab7a7cf6fc8d</a:t>
            </a:r>
          </a:p>
          <a:p>
            <a:r>
              <a:t>Ingestion note 1 | Local checks only. LLM visual checks have not been run for this example; no provider requests or fees. An Inconclusive combined result here reflects unavailable visual assessments, not three inconclusive model replies.</a:t>
            </a:r>
          </a:p>
          <a:p>
            <a:r>
              <a:t>Ingestion note 2 | Presentation copy of saved report 51daff64-c246-46da-95b5-06bef3c925b8.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53312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journal-image.png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numeric score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vision model returned a usable result. Check provider status in the table.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1.8, peak 53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10.42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24.85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entries recorded.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synthetic=[]; authentic=[]; 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value=inconclusive; confidence=low; reason=No vision model returned a usable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result. Check provider status in the table.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journal-image.png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a275a269-8b2c-4442-bbd7-d03ff4ee7c91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2026-09-26T18:37:47+00:00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verdict-consistency-2026-09-26.1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b11aa1e8c5c17a9496d362987bd4bf0c00a83bccd3a4a704f0f6ab7a7cf6fc8d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checks only. LLM visual checks have not been run for this example;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requests or fees. An Inconclusive combined result here reflects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unavailable visual assessments, not three inconclusive model replies.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Presentation copy of saved report 51daff64-c246-46da-95b5-06bef3c925b8.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descriptive filename replaces the earlier example ID for navigation. Original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dates, provider replies, scores and acquisition context are retained; no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Continued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model analysis.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