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journal-image.png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high</a:t>
            </a:r>
          </a:p>
          <a:p>
            <a:r>
              <a:t>Indicative rating | 78/100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agree this is likely synthetic.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overview</a:t>
            </a:r>
          </a:p>
          <a:p>
            <a:r>
              <a:t>Claude Vision | vision / ok | synthetic likely | 90/100</a:t>
            </a:r>
          </a:p>
          <a:p>
            <a:r>
              <a:t>OpenAI Vision | vision / ok | synthetic likely | 78/100</a:t>
            </a:r>
          </a:p>
          <a:p>
            <a:r>
              <a:t>Gemini Vision | vision / ok | synthetic likely | 72/100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Evidence 1 | Main vaccination scene and six inset portraits share unusually uniform cinematic lighting and textured skin rendering.</a:t>
            </a:r>
          </a:p>
          <a:p>
            <a:r>
              <a:t>Evidence 2 | Syringe barrel, plunger, and gloved grip have indistinct, difficult-to-reconcile geometry.</a:t>
            </a:r>
          </a:p>
          <a:p>
            <a:r>
              <a:t>Evidence 3 | Hair and facial creases in several portraits appear unusually densely sharpened against smooth backgrounds.</a:t>
            </a:r>
          </a:p>
          <a:p>
            <a:r>
              <a:t>Evidence 4 | Crisp, coherent typography and neatly aligned panels indicate a designed graphic but do not independently establish AI use.</a:t>
            </a:r>
          </a:p>
          <a:p>
            <a:r>
              <a:t>Evidence 5 | Caveat: A professionally designed collage of stock photographs could produce similar styling; source assets and provenance are needed to distinguish generated portraits from conventional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Evidence 1 | Main vaccination scene and six inset portraits share unusually uniform cinematic lighting and textured skin rendering.</a:t>
            </a:r>
          </a:p>
          <a:p>
            <a:r>
              <a:t>Evidence 2 | Syringe barrel, plunger, and gloved grip have indistinct, difficult-to-reconcile geometry.</a:t>
            </a:r>
          </a:p>
          <a:p>
            <a:r>
              <a:t>Evidence 3 | Hair and facial creases in several portraits appear unusually densely sharpened against smooth backgrounds.</a:t>
            </a:r>
          </a:p>
          <a:p>
            <a:r>
              <a:t>Evidence 4 | Crisp, coherent typography and neatly aligned panels indicate a designed graphic but do not independently establish AI use.</a:t>
            </a:r>
          </a:p>
          <a:p>
            <a:r>
              <a:t>Evidence 5 | Caveat: A professionally designed collage of stock photographs could produce similar styling; source assets and provenance are needed to distinguish generated portraits from conventional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  <a:p>
            <a:r>
              <a:t>Evidence 1 | Model read this as AI editing over a photographic base image</a:t>
            </a:r>
          </a:p>
          <a:p>
            <a:r>
              <a:t>Evidence 2 | Hyper-rendered skin textures</a:t>
            </a:r>
          </a:p>
          <a:p>
            <a:r>
              <a:t>Evidence 3 | Characteristic AI portrait lighting across multiple subjects</a:t>
            </a:r>
          </a:p>
          <a:p>
            <a:r>
              <a:t>Evidence 4 | Slightly unnatural finger and needle interaction</a:t>
            </a:r>
          </a:p>
          <a:p>
            <a:r>
              <a:t>Evidence 5 | Stereotyped expressive posing common in text-to-image models</a:t>
            </a:r>
          </a:p>
          <a:p>
            <a:r>
              <a:t>Evidence 6 | Caveat: Composite infographic layout uses standard design typography alongside potentially AI-generated stock-style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  <a:p>
            <a:r>
              <a:t>Evidence 1 | Model read this as AI editing over a photographic base image</a:t>
            </a:r>
          </a:p>
          <a:p>
            <a:r>
              <a:t>Evidence 2 | Hyper-rendered skin textures</a:t>
            </a:r>
          </a:p>
          <a:p>
            <a:r>
              <a:t>Evidence 3 | Characteristic AI portrait lighting across multiple subjects</a:t>
            </a:r>
          </a:p>
          <a:p>
            <a:r>
              <a:t>Evidence 4 | Slightly unnatural finger and needle interaction</a:t>
            </a:r>
          </a:p>
          <a:p>
            <a:r>
              <a:t>Evidence 5 | Stereotyped expressive posing common in text-to-image models</a:t>
            </a:r>
          </a:p>
          <a:p>
            <a:r>
              <a:t>Evidence 6 | Caveat: Composite infographic layout uses standard design typography alongside potentially AI-generated stock-style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1.8, peak 53 (uniform high ELA can indicate generation/heavy edit).</a:t>
            </a:r>
          </a:p>
          <a:p>
            <a:r>
              <a:t>Evidence 3 | High-frequency noise std 10.42 (very low/very uniform noise is a synthesis cue).</a:t>
            </a:r>
          </a:p>
          <a:p>
            <a:r>
              <a:t>Evidence 4 | Spectral peakiness 24.85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Evidence supporting this verdict</a:t>
            </a:r>
          </a:p>
          <a:p>
            <a:r>
              <a:t>Claude Vision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OpenAI Vision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Gemini Vision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Visible text</a:t>
            </a:r>
          </a:p>
          <a:p>
            <a:r>
              <a:t>Recorded text | Research Brief • 2025</a:t>
            </a:r>
          </a:p>
          <a:p>
            <a:r>
              <a:t>Neurological Reports Following</a:t>
            </a:r>
          </a:p>
          <a:p>
            <a:r>
              <a:t>Immunisation: A Preliminary Review</a:t>
            </a:r>
          </a:p>
          <a:p>
            <a:r>
              <a:t>NEW REVIEW RAISES QUESTIONS</a:t>
            </a:r>
          </a:p>
          <a:p>
            <a:r>
              <a:t>ABOUT mRNA SHOTS</a:t>
            </a:r>
          </a:p>
          <a:p>
            <a:r>
              <a:t>Z</a:t>
            </a:r>
          </a:p>
          <a:p>
            <a:r>
              <a:t>Z</a:t>
            </a:r>
          </a:p>
          <a:p>
            <a:r>
              <a:t>MOOD</a:t>
            </a:r>
          </a:p>
          <a:p>
            <a:r>
              <a:t>MEMORY</a:t>
            </a:r>
          </a:p>
          <a:p>
            <a:r>
              <a:t>SLEEP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synthetic=['Claude Vision', 'OpenAI Vision', 'Gemini Vision']; authentic=[]; uncertain=[]; forensic_supports_synthetic=False</a:t>
            </a:r>
          </a:p>
          <a:p>
            <a:r>
              <a:t>3. verdict | value=synthetic_likely; confidence=high; reason=3 models agree this is likely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Cite this analysis</a:t>
            </a:r>
          </a:p>
          <a:p>
            <a:r>
              <a:t>Software citation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journal-image.png; media type: image; recorded at: 2026-09-26T22:31:06+00:00;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File and analysis record</a:t>
            </a:r>
          </a:p>
          <a:p>
            <a:r>
              <a:t>File | journal-image.png</a:t>
            </a:r>
          </a:p>
          <a:p>
            <a:r>
              <a:t>Analysis ID | edbcc4b1-e980-4105-87b5-1bcf9bc171af</a:t>
            </a:r>
          </a:p>
          <a:p>
            <a:r>
              <a:t>Generated | 2026-09-26T22:31:06+00:00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b11aa1e8c5c17a9496d362987bd4bf0c00a83bccd3a4a704f0f6ab7a7cf6fc8d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journal-image.png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agree this is likely synthetic.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90/100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90/100; tells: uniform painterly-photoreal rendering 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shared across the main scene and all six portrait tiles, typical of a single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image-generation pass, stock-archetype faces with exaggerated,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'distressed' expressions and similar desaturated grading, over-smooth yet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hyper-detailed skin texture (pores and stubble rendered evenly, slightly waxy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highlights), syringe and gloved-hand geometry ambiguous: needle entry point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grip read 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painterly-photoreal rendering style shared across the main scene and all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six portrait tiles, typical of a single image-generation pass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Stock-archetype faces with exaggerated, near-identical 'distressed' expressions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similar desaturated grading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Over-smooth yet hyper-detailed skin texture (pores and stubble rendered evenly,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slightly waxy highlights)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Syringe and gloved-hand geometry ambiguous: needle entry point and grip read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3588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Man's hand pinching the sleeve has soft, poorly separated knuckles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084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Clean, correctly spelled headline and label typography integrated seamlessly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artwork, consistent with recent text-capable generators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2611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Decorative torn-paper edge and grunge textures with a generic, procedurally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look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813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camera-consistent noise, lens blur falloff, or compression grain differences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between the 'photo' regions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Square 1254x1254-style canvas with PNG output and no provenance metadata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context supplied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The fully synthetic look is strong, but a designed graphic could also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combine stock photos with heavy stylisation. Check the file's metadata,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C2PA/content credentials and reverse-image matches before attributing origin.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rating does not assess the truth of any health claim.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78/100; tells: Main vaccination scene and six inset portraits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 unusually uniform cinematic lighting and textured skin rendering., Syringe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barrel, plunger, and gloved grip have indistinct, difficult-to-reconcile geometry.,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backgrounds., Crisp, coherent typography and neatly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panels indicate a designed graphic 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Main vaccination scene and six inset portraits share unusually uniform cinematic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and textured skin rendering.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Syringe barrel, plunger, and gloved grip have indistinct, difficult-to-reconcile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Crisp, coherent typography and neatly aligned panels indicate a designed 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358896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 professionally designed collage of stock photographs could produce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similar styling; source assets and provenance are needed to distinguish generated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portraits from conventional editing.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hyper-rendered skin textures, characteristic AI portrait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across multiple subjects, 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 read this as AI editing over a photographic base image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Hyper-rendered skin textures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 AI portrait lighting across multiple subjects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Stereotyped expressive posing common in text-to-image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Composite infographic layout uses standard design typography alongside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potentially AI-generated stock-style faces.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1.8, peak 53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10.42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24.85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90/100; tells: uniform painterly-photoreal rendering 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shared across the main scene and all six portrait tiles, typical of a single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image-generation pass, stock-archetype faces with exaggerated,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'distressed' expressions and similar desaturated grading, over-smooth yet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hyper-detailed skin texture (pores and stubble rendered evenly, slightly waxy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highlights), syringe and gloved-hand geometry ambiguous: needle entry point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grip read 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26948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78/100; tells: Main vaccination scene and six inset portraits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 unusually uniform cinematic lighting and textured skin rendering., Syringe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barrel, plunger, and gloved grip have indistinct, difficult-to-reconcile geometry.,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backgrounds., Crisp, coherent typography and neatly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panels indicate a designed graphic 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6349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hyper-rendered skin textures, characteristic AI portrait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across multiple subjects, 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21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2178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Brief • 2025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Neurological Reports Following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Immunisation: A Preliminary Review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REVIEW RAISES QUESTIONS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ABOUT mRNA SHOTS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Z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Z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MOOD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MEMORY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SLEEP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synthetic=['Claude Vision', 'OpenAI Vision', 'Gemini Vision']; authentic=[];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confidence=high; reason=3 models agree this is likely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citation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journal-image.png; media type: image; recorded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2026-09-26T22:31:06+00:00; models: claude-opus-5-5, gemini-3.8-flash,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journal-image.png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edbcc4b1-e980-4105-87b5-1bcf9bc171af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2026-09-26T22:31:06+00:00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b11aa1e8c5c17a9496d362987bd4bf0c00a83bccd3a4a704f0f6ab7a7cf6fc8d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