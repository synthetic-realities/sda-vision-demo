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illustration-3.webp</a:t>
            </a:r>
          </a:p>
          <a:p>
            <a:r>
              <a:t>illustration-3.webp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illustration-3.webp</a:t>
            </a:r>
          </a:p>
          <a:p>
            <a:r>
              <a:t>Assessment summary</a:t>
            </a:r>
          </a:p>
          <a:p>
            <a:r>
              <a:t>Finding | Leaning authentic</a:t>
            </a:r>
          </a:p>
          <a:p>
            <a:r>
              <a:t>Recorded verdict | authentic likely</a:t>
            </a:r>
          </a:p>
          <a:p>
            <a:r>
              <a:t>Confidence | medium</a:t>
            </a:r>
          </a:p>
          <a:p>
            <a:r>
              <a:t>Indicative rating | 8/100</a:t>
            </a:r>
          </a:p>
          <a:p>
            <a:r>
              <a:t>Rating basis | median of available model ratings; not a calibrated probability</a:t>
            </a:r>
          </a:p>
          <a:p>
            <a:r>
              <a:t>Explanation | 3 models lean authentic with matching verdicts and ratings. Review the other findings, original source and context alongside this result.</a:t>
            </a:r>
          </a:p>
          <a:p>
            <a:r>
              <a:t>Coverage | image - 1 frame(s) analysed</a:t>
            </a:r>
          </a:p>
          <a:p>
            <a:r>
              <a:t>Review context | Research assessment. Review alongside source information and context. When credentials are missing, origin remains unresolved by this check. Use these findings to inform a documented human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illustration-3.webp</a:t>
            </a:r>
          </a:p>
          <a:p>
            <a:r>
              <a:t>Provider overview</a:t>
            </a:r>
          </a:p>
          <a:p>
            <a:r>
              <a:t>Claude Vision | vision / ok | authentic likely | 5/100</a:t>
            </a:r>
          </a:p>
          <a:p>
            <a:r>
              <a:t>OpenAI Vision | vision / ok | authentic likely | 8/100</a:t>
            </a:r>
          </a:p>
          <a:p>
            <a:r>
              <a:t>Gemini Vision | vision / ok | authentic likely | 25/100</a:t>
            </a:r>
          </a:p>
          <a:p>
            <a:r>
              <a:t>C2PA Content Credentials | provenance / ok | inconclusive | n/a</a:t>
            </a:r>
          </a:p>
          <a:p>
            <a:r>
              <a:t>Local forensic cues | forensic / ok | partially synthetic | 41/100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illustration-3.webp</a:t>
            </a:r>
          </a:p>
          <a:p>
            <a:r>
              <a:t>Provider evidence / 1</a:t>
            </a:r>
          </a:p>
          <a:p>
            <a:r>
              <a:t>Provider | Claude Vision</a:t>
            </a:r>
          </a:p>
          <a:p>
            <a:r>
              <a:t>Model | claude-opus-5-5</a:t>
            </a:r>
          </a:p>
          <a:p>
            <a:r>
              <a:t>Status | ok</a:t>
            </a:r>
          </a:p>
          <a:p>
            <a:r>
              <a:t>Assessment | authentic likely</a:t>
            </a:r>
          </a:p>
          <a:p>
            <a:r>
              <a:t>Confidence | medium</a:t>
            </a:r>
          </a:p>
          <a:p>
            <a:r>
              <a:t>Role in assessment | Supporting</a:t>
            </a:r>
          </a:p>
          <a:p>
            <a:r>
              <a:t>Provider summary | synthetic likelihood 5/100; tells: hand-drawn ink linework with consistent, deliberate pen strokes, coherent, correctly spelled hand-lettered text in speech bubble and labels, legible artist signature and syndication credit (The Columbus Dispatch / CagleCartoons.com, dated '19), cross-hatching texture on left background typical of traditional/digital-inked editorial cartoons</a:t>
            </a:r>
          </a:p>
          <a:p>
            <a:r>
              <a:t>Evidence 1 | Hand-drawn ink linework with consistent, deliberate pen strokes</a:t>
            </a:r>
          </a:p>
          <a:p>
            <a:r>
              <a:t>Evidence 2 | Coherent, correctly spelled hand-lettered text in speech bubble and labels</a:t>
            </a:r>
          </a:p>
          <a:p>
            <a:r>
              <a:t>Evidence 3 | Legible artist signature and syndication credit (The Columbus Dispatch / CagleCartoons.com, dated '19)</a:t>
            </a:r>
          </a:p>
          <a:p>
            <a:r>
              <a:t>Evidence 4 | Cross-hatching texture on left background typical of traditional/digital-inked editorial cartoons</a:t>
            </a:r>
          </a:p>
          <a:p>
            <a:r>
              <a:t>Evidence 5 | Anatomically coherent hands and consistent character styling</a:t>
            </a:r>
          </a:p>
          <a:p>
            <a:r>
              <a:t>Evidence 6 | Stylistic consistency with known editorial cartoonist conventions (Nate Beeler style)</a:t>
            </a:r>
          </a:p>
          <a:p>
            <a:r>
              <a:t>Evidence 7 | Compression artifacts consistent with web re-encoding (webp)</a:t>
            </a:r>
          </a:p>
          <a:p>
            <a:r>
              <a:t>Evidence 8 | Caveat: Image is a digital illustration, not a photo, so camera-based forensic signals do not apply; origin assessment relies on stylistic and signature cues, and a human should verify against the original syndicated publication (CagleCartoons, 2019) to rule out alterations.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illustration-3.webp</a:t>
            </a:r>
          </a:p>
          <a:p>
            <a:r>
              <a:t>Provider evidence / 1</a:t>
            </a:r>
          </a:p>
          <a:p>
            <a:r>
              <a:t>Provider | Claude Vision</a:t>
            </a:r>
          </a:p>
          <a:p>
            <a:r>
              <a:t>Model | claude-opus-5-5</a:t>
            </a:r>
          </a:p>
          <a:p>
            <a:r>
              <a:t>Status | ok</a:t>
            </a:r>
          </a:p>
          <a:p>
            <a:r>
              <a:t>Assessment | authentic likely</a:t>
            </a:r>
          </a:p>
          <a:p>
            <a:r>
              <a:t>Confidence | medium</a:t>
            </a:r>
          </a:p>
          <a:p>
            <a:r>
              <a:t>Role in assessment | Supporting</a:t>
            </a:r>
          </a:p>
          <a:p>
            <a:r>
              <a:t>Provider summary | synthetic likelihood 5/100; tells: hand-drawn ink linework with consistent, deliberate pen strokes, coherent, correctly spelled hand-lettered text in speech bubble and labels, legible artist signature and syndication credit (The Columbus Dispatch / CagleCartoons.com, dated '19), cross-hatching texture on left background typical of traditional/digital-inked editorial cartoons</a:t>
            </a:r>
          </a:p>
          <a:p>
            <a:r>
              <a:t>Evidence 1 | Hand-drawn ink linework with consistent, deliberate pen strokes</a:t>
            </a:r>
          </a:p>
          <a:p>
            <a:r>
              <a:t>Evidence 2 | Coherent, correctly spelled hand-lettered text in speech bubble and labels</a:t>
            </a:r>
          </a:p>
          <a:p>
            <a:r>
              <a:t>Evidence 3 | Legible artist signature and syndication credit (The Columbus Dispatch / CagleCartoons.com, dated '19)</a:t>
            </a:r>
          </a:p>
          <a:p>
            <a:r>
              <a:t>Evidence 4 | Cross-hatching texture on left background typical of traditional/digital-inked editorial cartoons</a:t>
            </a:r>
          </a:p>
          <a:p>
            <a:r>
              <a:t>Evidence 5 | Anatomically coherent hands and consistent character styling</a:t>
            </a:r>
          </a:p>
          <a:p>
            <a:r>
              <a:t>Evidence 6 | Stylistic consistency with known editorial cartoonist conventions (Nate Beeler style)</a:t>
            </a:r>
          </a:p>
          <a:p>
            <a:r>
              <a:t>Evidence 7 | Compression artifacts consistent with web re-encoding (webp)</a:t>
            </a:r>
          </a:p>
          <a:p>
            <a:r>
              <a:t>Evidence 8 | Caveat: Image is a digital illustration, not a photo, so camera-based forensic signals do not apply; origin assessment relies on stylistic and signature cues, and a human should verify against the original syndicated publication (CagleCartoons, 2019) to rule out alterations.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illustration-3.webp</a:t>
            </a:r>
          </a:p>
          <a:p>
            <a:r>
              <a:t>Provider evidence / 2</a:t>
            </a:r>
          </a:p>
          <a:p>
            <a:r>
              <a:t>Provider | OpenAI Vision</a:t>
            </a:r>
          </a:p>
          <a:p>
            <a:r>
              <a:t>Model | gpt-6-astra</a:t>
            </a:r>
          </a:p>
          <a:p>
            <a:r>
              <a:t>Status | ok</a:t>
            </a:r>
          </a:p>
          <a:p>
            <a:r>
              <a:t>Assessment | authentic likely</a:t>
            </a:r>
          </a:p>
          <a:p>
            <a:r>
              <a:t>Confidence | medium</a:t>
            </a:r>
          </a:p>
          <a:p>
            <a:r>
              <a:t>Role in assessment | Supporting</a:t>
            </a:r>
          </a:p>
          <a:p>
            <a:r>
              <a:t>Provider summary | synthetic likelihood 8/100; tells: Consistent editorial-cartoon ink outlines and crosshatching, Coherent hand-lettered speech and disease labels, Deliberate, consistent caricature proportions, Integrated publication credit and artist signature</a:t>
            </a:r>
          </a:p>
          <a:p>
            <a:r>
              <a:t>Evidence 1 | Consistent editorial-cartoon ink outlines and crosshatching</a:t>
            </a:r>
          </a:p>
          <a:p>
            <a:r>
              <a:t>Evidence 2 | Coherent hand-lettered speech and disease labels</a:t>
            </a:r>
          </a:p>
          <a:p>
            <a:r>
              <a:t>Evidence 3 | Deliberate, consistent caricature proportions</a:t>
            </a:r>
          </a:p>
          <a:p>
            <a:r>
              <a:t>Evidence 4 | Integrated publication credit and artist signature</a:t>
            </a:r>
          </a:p>
          <a:p>
            <a:r>
              <a:t>Evidence 5 | No conspicuous generative texture or lettering artifacts</a:t>
            </a:r>
          </a:p>
          <a:p>
            <a:r>
              <a:t>Evidence 6 | Caveat: This is an illustration, not a camera photograph; style and signature alone cannot establish human authorship or exclude AI editing.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illustration-3.webp</a:t>
            </a:r>
          </a:p>
          <a:p>
            <a:r>
              <a:t>Provider evidence / 2</a:t>
            </a:r>
          </a:p>
          <a:p>
            <a:r>
              <a:t>Provider | OpenAI Vision</a:t>
            </a:r>
          </a:p>
          <a:p>
            <a:r>
              <a:t>Model | gpt-6-astra</a:t>
            </a:r>
          </a:p>
          <a:p>
            <a:r>
              <a:t>Status | ok</a:t>
            </a:r>
          </a:p>
          <a:p>
            <a:r>
              <a:t>Assessment | authentic likely</a:t>
            </a:r>
          </a:p>
          <a:p>
            <a:r>
              <a:t>Confidence | medium</a:t>
            </a:r>
          </a:p>
          <a:p>
            <a:r>
              <a:t>Role in assessment | Supporting</a:t>
            </a:r>
          </a:p>
          <a:p>
            <a:r>
              <a:t>Provider summary | synthetic likelihood 8/100; tells: Consistent editorial-cartoon ink outlines and crosshatching, Coherent hand-lettered speech and disease labels, Deliberate, consistent caricature proportions, Integrated publication credit and artist signature</a:t>
            </a:r>
          </a:p>
          <a:p>
            <a:r>
              <a:t>Evidence 1 | Consistent editorial-cartoon ink outlines and crosshatching</a:t>
            </a:r>
          </a:p>
          <a:p>
            <a:r>
              <a:t>Evidence 2 | Coherent hand-lettered speech and disease labels</a:t>
            </a:r>
          </a:p>
          <a:p>
            <a:r>
              <a:t>Evidence 3 | Deliberate, consistent caricature proportions</a:t>
            </a:r>
          </a:p>
          <a:p>
            <a:r>
              <a:t>Evidence 4 | Integrated publication credit and artist signature</a:t>
            </a:r>
          </a:p>
          <a:p>
            <a:r>
              <a:t>Evidence 5 | No conspicuous generative texture or lettering artifacts</a:t>
            </a:r>
          </a:p>
          <a:p>
            <a:r>
              <a:t>Evidence 6 | Caveat: This is an illustration, not a camera photograph; style and signature alone cannot establish human authorship or exclude AI editing.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illustration-3.webp</a:t>
            </a:r>
          </a:p>
          <a:p>
            <a:r>
              <a:t>Provider evidence / 3</a:t>
            </a:r>
          </a:p>
          <a:p>
            <a:r>
              <a:t>Provider | Gemini Vision</a:t>
            </a:r>
          </a:p>
          <a:p>
            <a:r>
              <a:t>Model | gemini-3.8-flash</a:t>
            </a:r>
          </a:p>
          <a:p>
            <a:r>
              <a:t>Status | ok</a:t>
            </a:r>
          </a:p>
          <a:p>
            <a:r>
              <a:t>Assessment | authentic likely</a:t>
            </a:r>
          </a:p>
          <a:p>
            <a:r>
              <a:t>Confidence | high</a:t>
            </a:r>
          </a:p>
          <a:p>
            <a:r>
              <a:t>Role in assessment | Supporting</a:t>
            </a:r>
          </a:p>
          <a:p>
            <a:r>
              <a:t>Provider summary | synthetic likelihood 25/100; tells: consistent hand-drawn editorial cartoon style, legible artist signature and syndicate attribution, coherent crosshatching and ink work, absence of diffusion generation artifacts</a:t>
            </a:r>
          </a:p>
          <a:p>
            <a:r>
              <a:t>Evidence 1 | Consistent hand-drawn editorial cartoon style</a:t>
            </a:r>
          </a:p>
          <a:p>
            <a:r>
              <a:t>Evidence 2 | Legible artist signature and syndicate attribution</a:t>
            </a:r>
          </a:p>
          <a:p>
            <a:r>
              <a:t>Evidence 3 | Coherent crosshatching and ink work</a:t>
            </a:r>
          </a:p>
          <a:p>
            <a:r>
              <a:t>Evidence 4 | Absence of diffusion generation artifacts</a:t>
            </a:r>
          </a:p>
          <a:p>
            <a:r>
              <a:t>Evidence 5 | Caveat: Editorial illustrations are non-photographic, requiring human review to confirm original publication provenance.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illustration-3.webp</a:t>
            </a:r>
          </a:p>
          <a:p>
            <a:r>
              <a:t>Provider evidence / 3</a:t>
            </a:r>
          </a:p>
          <a:p>
            <a:r>
              <a:t>Provider | Gemini Vision</a:t>
            </a:r>
          </a:p>
          <a:p>
            <a:r>
              <a:t>Model | gemini-3.8-flash</a:t>
            </a:r>
          </a:p>
          <a:p>
            <a:r>
              <a:t>Status | ok</a:t>
            </a:r>
          </a:p>
          <a:p>
            <a:r>
              <a:t>Assessment | authentic likely</a:t>
            </a:r>
          </a:p>
          <a:p>
            <a:r>
              <a:t>Confidence | high</a:t>
            </a:r>
          </a:p>
          <a:p>
            <a:r>
              <a:t>Role in assessment | Supporting</a:t>
            </a:r>
          </a:p>
          <a:p>
            <a:r>
              <a:t>Provider summary | synthetic likelihood 25/100; tells: consistent hand-drawn editorial cartoon style, legible artist signature and syndicate attribution, coherent crosshatching and ink work, absence of diffusion generation artifacts</a:t>
            </a:r>
          </a:p>
          <a:p>
            <a:r>
              <a:t>Evidence 1 | Consistent hand-drawn editorial cartoon style</a:t>
            </a:r>
          </a:p>
          <a:p>
            <a:r>
              <a:t>Evidence 2 | Legible artist signature and syndicate attribution</a:t>
            </a:r>
          </a:p>
          <a:p>
            <a:r>
              <a:t>Evidence 3 | Coherent crosshatching and ink work</a:t>
            </a:r>
          </a:p>
          <a:p>
            <a:r>
              <a:t>Evidence 4 | Absence of diffusion generation artifacts</a:t>
            </a:r>
          </a:p>
          <a:p>
            <a:r>
              <a:t>Evidence 5 | Caveat: Editorial illustrations are non-photographic, requiring human review to confirm original publication provenance.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illustration-3.webp</a:t>
            </a:r>
          </a:p>
          <a:p>
            <a:r>
              <a:t>Content Credentials / provenance</a:t>
            </a:r>
          </a:p>
          <a:p>
            <a:r>
              <a:t>Provider | C2PA Content Credentials</a:t>
            </a:r>
          </a:p>
          <a:p>
            <a:r>
              <a:t>Model | Not recorded</a:t>
            </a:r>
          </a:p>
          <a:p>
            <a:r>
              <a:t>Status | ok</a:t>
            </a:r>
          </a:p>
          <a:p>
            <a:r>
              <a:t>Assessment | inconclusive</a:t>
            </a:r>
          </a:p>
          <a:p>
            <a:r>
              <a:t>Confidence | Not recorded</a:t>
            </a:r>
          </a:p>
          <a:p>
            <a:r>
              <a:t>Role in assessment | Additional finding</a:t>
            </a:r>
          </a:p>
          <a:p>
            <a:r>
              <a:t>Provider summary | Embedded credentials: none found. Origin remains unresolved by this check.</a:t>
            </a:r>
          </a:p>
          <a:p>
            <a:r>
              <a:t>Evidence 1 | Coverage: credentials embedded in the submitted file. External credentials were not retrieved.</a:t>
            </a:r>
          </a:p>
          <a:p>
            <a:r>
              <a:t>Evidence 2 | Verifier: c2pa-python 0.37.12; native SDK 0.91.0; specification target 2.4; policy embedded-offline-reviewed-trust-v3.</a:t>
            </a:r>
          </a:p>
          <a:p>
            <a:r>
              <a:t>Evidence 3 | Offline embedded-manifest verification; no network trust-list, manifest or revocation refresh.</a:t>
            </a:r>
          </a:p>
          <a:p>
            <a:r>
              <a:t>Evidence 4 | No reviewed local C2PA trust snapshot installed. Provenance overrides are disabled.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illustration-3.webp</a:t>
            </a:r>
          </a:p>
          <a:p>
            <a:r>
              <a:t>Content Credentials / provenance</a:t>
            </a:r>
          </a:p>
          <a:p>
            <a:r>
              <a:t>Provider | C2PA Content Credentials</a:t>
            </a:r>
          </a:p>
          <a:p>
            <a:r>
              <a:t>Model | Not recorded</a:t>
            </a:r>
          </a:p>
          <a:p>
            <a:r>
              <a:t>Status | ok</a:t>
            </a:r>
          </a:p>
          <a:p>
            <a:r>
              <a:t>Assessment | inconclusive</a:t>
            </a:r>
          </a:p>
          <a:p>
            <a:r>
              <a:t>Confidence | Not recorded</a:t>
            </a:r>
          </a:p>
          <a:p>
            <a:r>
              <a:t>Role in assessment | Additional finding</a:t>
            </a:r>
          </a:p>
          <a:p>
            <a:r>
              <a:t>Provider summary | Embedded credentials: none found. Origin remains unresolved by this check.</a:t>
            </a:r>
          </a:p>
          <a:p>
            <a:r>
              <a:t>Evidence 1 | Coverage: credentials embedded in the submitted file. External credentials were not retrieved.</a:t>
            </a:r>
          </a:p>
          <a:p>
            <a:r>
              <a:t>Evidence 2 | Verifier: c2pa-python 0.37.12; native SDK 0.91.0; specification target 2.4; policy embedded-offline-reviewed-trust-v3.</a:t>
            </a:r>
          </a:p>
          <a:p>
            <a:r>
              <a:t>Evidence 3 | Offline embedded-manifest verification; no network trust-list, manifest or revocation refresh.</a:t>
            </a:r>
          </a:p>
          <a:p>
            <a:r>
              <a:t>Evidence 4 | No reviewed local C2PA trust snapshot installed. Provenance overrides are disabled.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illustration-3.webp</a:t>
            </a:r>
          </a:p>
          <a:p>
            <a:r>
              <a:t>Provider evidence / 5</a:t>
            </a:r>
          </a:p>
          <a:p>
            <a:r>
              <a:t>Provider | Local forensic cues</a:t>
            </a:r>
          </a:p>
          <a:p>
            <a:r>
              <a:t>Model | Not recorded</a:t>
            </a:r>
          </a:p>
          <a:p>
            <a:r>
              <a:t>Status | ok</a:t>
            </a:r>
          </a:p>
          <a:p>
            <a:r>
              <a:t>Assessment | partially synthetic</a:t>
            </a:r>
          </a:p>
          <a:p>
            <a:r>
              <a:t>Confidence | low</a:t>
            </a:r>
          </a:p>
          <a:p>
            <a:r>
              <a:t>Role in assessment | Additional finding</a:t>
            </a:r>
          </a:p>
          <a:p>
            <a:r>
              <a:t>Provider summary | Heuristic synthetic likelihood 41/100 from metadata + pixel statistics.</a:t>
            </a:r>
          </a:p>
          <a:p>
            <a:r>
              <a:t>Evidence 1 | No camera EXIF (common in AI exports, screenshots, and re-saves).</a:t>
            </a:r>
          </a:p>
          <a:p>
            <a:r>
              <a:t>Evidence 2 | ELA mean 1.3, peak 34 (uniform high ELA can indicate generation/heavy edit).</a:t>
            </a:r>
          </a:p>
          <a:p>
            <a:r>
              <a:t>Evidence 3 | High-frequency noise std 19.52 (very low/very uniform noise is a synthesis cue).</a:t>
            </a:r>
          </a:p>
          <a:p>
            <a:r>
              <a:t>Evidence 4 | Spectral peakiness 12.27 (periodic frequency peaks can mark generated textures).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illustration-3.webp</a:t>
            </a:r>
          </a:p>
          <a:p>
            <a:r>
              <a:t>Evidence supporting this verdict</a:t>
            </a:r>
          </a:p>
          <a:p>
            <a:r>
              <a:t>Claude Vision | synthetic likelihood 5/100; tells: hand-drawn ink linework with consistent, deliberate pen strokes, coherent, correctly spelled hand-lettered text in speech bubble and labels, legible artist signature and syndication credit (The Columbus Dispatch / CagleCartoons.com, dated '19), cross-hatching texture on left background typical of traditional/digital-inked editorial cartoons</a:t>
            </a:r>
          </a:p>
          <a:p>
            <a:r>
              <a:t>OpenAI Vision | synthetic likelihood 8/100; tells: Consistent editorial-cartoon ink outlines and crosshatching, Coherent hand-lettered speech and disease labels, Deliberate, consistent caricature proportions, Integrated publication credit and artist signature</a:t>
            </a:r>
          </a:p>
          <a:p>
            <a:r>
              <a:t>Gemini Vision | synthetic likelihood 25/100; tells: consistent hand-drawn editorial cartoon style, legible artist signature and syndicate attribution, coherent crosshatching and ink work, absence of diffusion generation artifacts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illustration-3.webp</a:t>
            </a:r>
          </a:p>
          <a:p>
            <a:r>
              <a:t>Additional findings</a:t>
            </a:r>
          </a:p>
          <a:p>
            <a:r>
              <a:t>Local forensic cues | Supporting observation; considered alongside the model assessments.</a:t>
            </a:r>
          </a:p>
          <a:p>
            <a:r>
              <a:t>C2PA Content Credentials | Embedded credentials: none found. Origin remains unresolved by this check.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illustration-3.webp</a:t>
            </a:r>
          </a:p>
          <a:p>
            <a:r>
              <a:t>Visible text</a:t>
            </a:r>
          </a:p>
          <a:p>
            <a:r>
              <a:t>Recorded text | THE COLUMBUS DISPATCH CAGLECARTOONS.COM Beeler 2019 / I REJECT VACCINES OUT OF LOVE FOR MY CHILDREN. / NO VAX / MEASLES / MUMPS / RUBELLA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illustration-3.webp</a:t>
            </a:r>
          </a:p>
          <a:p>
            <a:r>
              <a:t>How this assessment was reached</a:t>
            </a:r>
          </a:p>
          <a:p>
            <a:r>
              <a:t>1. override | outcome=none; detail=No confirmed C2PA AI assertion or SynthID watermark. Origin remains unresolved by these checks.</a:t>
            </a:r>
          </a:p>
          <a:p>
            <a:r>
              <a:t>2. model_agreement | synthetic=[]; authentic=['Claude Vision', 'OpenAI Vision', 'Gemini Vision']; uncertain=[]; forensic_supports_synthetic=False</a:t>
            </a:r>
          </a:p>
          <a:p>
            <a:r>
              <a:t>3. verdict | value=authentic_likely; confidence=medium; reason=3 models lean authentic with matching verdicts and ratings. Review the other findings, original source and context alongside this result.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illustration-3.webp</a:t>
            </a:r>
          </a:p>
          <a:p>
            <a:r>
              <a:t>File and analysis record</a:t>
            </a:r>
          </a:p>
          <a:p>
            <a:r>
              <a:t>File | illustration-3.webp</a:t>
            </a:r>
          </a:p>
          <a:p>
            <a:r>
              <a:t>Analysis ID | b5d4ff88-8488-45f9-af47-300bcc02ff34</a:t>
            </a:r>
          </a:p>
          <a:p>
            <a:r>
              <a:t>Generated | 2026-09-26T22:31:04+00:00</a:t>
            </a:r>
          </a:p>
          <a:p>
            <a:r>
              <a:t>Tool | SDA Vision 0.1.0</a:t>
            </a:r>
          </a:p>
          <a:p>
            <a:r>
              <a:t>Models | claude-opus-5-5, gemini-3.8-flash, gpt-6-astra</a:t>
            </a:r>
          </a:p>
          <a:p>
            <a:r>
              <a:t>Method version | pdf-preparation-2026-09-26.1</a:t>
            </a:r>
          </a:p>
          <a:p>
            <a:r>
              <a:t>Analysis lens | general</a:t>
            </a:r>
          </a:p>
          <a:p>
            <a:r>
              <a:t>Original SHA-256 | 17442d095e61a319e806d0a58993fcb5b4a89705867bda5ead74b82bec4b8add</a:t>
            </a:r>
          </a:p>
          <a:p>
            <a:r>
              <a:t>Ingestion note 1 | Fresh provider replies acquired for eleven-examples-refresh-20260926-r1; report assembled locally from the saved responses without further API calls.</a:t>
            </a:r>
          </a:p>
          <a:p>
            <a:r>
              <a:t>Ingestion note 2 | Provider latency values are restored from the acquisition receipts (maximum sampled-frame latency per provider); raw replies and assessment results are unchanged by this bookkeeping step.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Analysed item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1</a:t>
            </a:r>
          </a:p>
        </p:txBody>
      </p:sp>
      <p:pic>
        <p:nvPicPr>
          <p:cNvPr id="6" name="Picture 5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1353312"/>
            <a:ext cx="5486400" cy="4114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5532120"/>
            <a:ext cx="8412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0">
                <a:solidFill>
                  <a:srgbClr val="21243A"/>
                </a:solidFill>
                <a:latin typeface="Arial"/>
              </a:defRPr>
            </a:pPr>
            <a:r>
              <a:t>illustration-3.webp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Assessment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Finding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Leaning authentic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Recorded verdict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authentic likely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Confidence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medium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4929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Indicative rating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8/100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09880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Rating basis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median of available model ratings; not a calibrated probability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3448304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Explanation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3 models lean authentic with matching verdicts and ratings. Review the other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findings, original source and context alongside this result.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65760" y="400100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Coverage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image - 1 frame(s) analysed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65760" y="4350512"/>
          <a:ext cx="8412479" cy="755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7559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Review context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Research assessment. Review alongside source information and context. When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credentials are missing, origin remains unresolved by this check. Use these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findings to inform a documented human review.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Provider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8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1993"/>
                <a:gridCol w="1850745"/>
                <a:gridCol w="2523744"/>
                <a:gridCol w="1345996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Provider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Type / status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Assessment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Rating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8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1993"/>
                <a:gridCol w="1850745"/>
                <a:gridCol w="2523744"/>
                <a:gridCol w="1345996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Claude Vision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vision / ok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authentic likely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5/100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8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1993"/>
                <a:gridCol w="1850745"/>
                <a:gridCol w="2523744"/>
                <a:gridCol w="1345996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OpenAI Vision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vision / ok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authentic likely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8/100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8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1993"/>
                <a:gridCol w="1850745"/>
                <a:gridCol w="2523744"/>
                <a:gridCol w="1345996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Gemini Vision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vision / ok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authentic likely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25/100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49296"/>
          <a:ext cx="8412478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1993"/>
                <a:gridCol w="1850745"/>
                <a:gridCol w="2523744"/>
                <a:gridCol w="1345996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C2PA Content Credentials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provenance / ok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inconclusive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n/a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098800"/>
          <a:ext cx="8412478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1993"/>
                <a:gridCol w="1850745"/>
                <a:gridCol w="2523744"/>
                <a:gridCol w="1345996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Local forensic cues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forensic / ok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partially synthetic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41/100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Provider evidence /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Claude Vision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Model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claude-opus-5-5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Status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ok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4929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authentic likely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09880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Confidence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medium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344830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Role in 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Supporting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65760" y="3797808"/>
          <a:ext cx="8412479" cy="11623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11623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 summary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synthetic likelihood 5/100; tells: hand-drawn ink linework with consistent,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deliberate pen strokes, coherent, correctly spelled hand-lettered text in speech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bubble and labels, legible artist signature and syndication credit (The Columbus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Dispatch / CagleCartoons.com, dated '19), cross-hatching texture on left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background typical of traditional/digital-inked editorial cartoons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65760" y="496011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1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Hand-drawn ink linework with consistent, deliberate pen strokes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65760" y="530961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2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Coherent, correctly spelled hand-lettered text in speech bubble and labels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Provider evidence / 1 (continued)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3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Legible artist signature and syndication credit (The Columbus Dispatch /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CagleCartoons.com, dated '19)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253488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4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Cross-hatching texture on left background typical of traditional/digital-inked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editorial cartoons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80619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5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Anatomically coherent hands and consistent character styling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315569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6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Stylistic consistency with known editorial cartoonist conventions (Nate Beeler style)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50520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7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Compression artifacts consistent with web re-encoding (webp)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3854704"/>
          <a:ext cx="8412479" cy="9591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959103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8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Caveat: Image is a digital illustration, not a photo, so camera-based forensic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signals do not apply; origin assessment relies on stylistic and signature cues, and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 human should verify against the original syndicated publication (CagleCartoons,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2019) to rule out alterations.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Provider evidence /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OpenAI Vision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Model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gpt-6-astra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Status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ok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4929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authentic likely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09880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Confidence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medium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344830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Role in 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Supporting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65760" y="3797808"/>
          <a:ext cx="8412479" cy="9591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959103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 summary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synthetic likelihood 8/100; tells: Consistent editorial-cartoon ink outlines and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crosshatching, Coherent hand-lettered speech and disease labels, Deliberate,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consistent caricature proportions, Integrated publication credit and artist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signature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65760" y="475691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1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Consistent editorial-cartoon ink outlines and crosshatching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65760" y="510641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2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Coherent hand-lettered speech and disease labels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365760" y="545592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3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Deliberate, consistent caricature proportions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Provider evidence / 2 (continued)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4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Integrated publication credit and artist signature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5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 conspicuous generative texture or lettering artifacts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6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Caveat: This is an illustration, not a camera photograph; style and signature alone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cannot establish human authorship or exclude AI editing.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Provider evidence /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8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Gemini Vision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Model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gemini-3.8-flash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Status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ok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4929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authentic likely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09880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Confidence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high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344830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Role in 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Supporting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65760" y="3797808"/>
          <a:ext cx="8412479" cy="755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7559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 summary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synthetic likelihood 25/100; tells: consistent hand-drawn editorial cartoon style,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legible artist signature and syndicate attribution, coherent crosshatching and ink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work, absence of diffusion generation artifacts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65760" y="455371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1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Consistent hand-drawn editorial cartoon style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65760" y="490321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2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Legible artist signature and syndicate attribution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365760" y="525272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3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Coherent crosshatching and ink work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Provider evidence / 3 (continued)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9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4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Absence of diffusion generation artifacts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5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Caveat: Editorial illustrations are non-photographic, requiring human review to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confirm original publication provenance.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Content Credentials / provenance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10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C2PA Content Credentials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Model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Not recorded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Status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ok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4929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inconclusive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09880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Confidence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Not recorded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344830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Role in 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Additional finding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65760" y="379780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 summary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Embedded credentials: none found. Origin remains unresolved by this check.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65760" y="4147312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1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Coverage: credentials embedded in the submitted file. External credentials were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not retrieved.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65760" y="4700016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2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Verifier: c2pa-python 0.37.12; native SDK 0.91.0; specification target 2.4; policy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embedded-offline-reviewed-trust-v3.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365760" y="5252720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3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Offline embedded-manifest verification; no network trust-list, manifest or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revocation refresh.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Content Credentials / provenance (continued)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11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4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 reviewed local C2PA trust snapshot installed. Provenance overrides are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disabled.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Provider evidence /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12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Local forensic cues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Model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Not recorded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Status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ok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4929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partially synthetic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09880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Confidence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low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344830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Role in 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Additional finding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65760" y="379780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 summary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Heuristic synthetic likelihood 41/100 from metadata + pixel statistics.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65760" y="414731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1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 camera EXIF (common in AI exports, screenshots, and re-saves).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65760" y="449681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2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ELA mean 1.3, peak 34 (uniform high ELA can indicate generation/heavy edit).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365760" y="484632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3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High-frequency noise std 19.52 (very low/very uniform noise is a synthesis cue).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365760" y="519582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4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Spectral peakiness 12.27 (periodic frequency peaks can mark generated textures).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Evidence supporting this verdict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13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11623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11623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Claude Vision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synthetic likelihood 5/100; tells: hand-drawn ink linework with consistent,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deliberate pen strokes, coherent, correctly spelled hand-lettered text in speech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bubble and labels, legible artist signature and syndication credit (The Columbus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Dispatch / CagleCartoons.com, dated '19), cross-hatching texture on left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background typical of traditional/digital-inked editorial cartoons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863088"/>
          <a:ext cx="8412479" cy="9591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959103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OpenAI Vision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synthetic likelihood 8/100; tells: Consistent editorial-cartoon ink outlines and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crosshatching, Coherent hand-lettered speech and disease labels, Deliberate,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consistent caricature proportions, Integrated publication credit and artist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signature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3822191"/>
          <a:ext cx="8412479" cy="755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7559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Gemini Vision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synthetic likelihood 25/100; tells: consistent hand-drawn editorial cartoon style,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legible artist signature and syndicate attribution, coherent crosshatching and ink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work, absence of diffusion generation artifacts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Additional findings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14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Local forensic cues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Supporting observation; considered alongside the model assessments.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C2PA Content Credentials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Embedded credentials: none found. Origin remains unresolved by this check.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Visible 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15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755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7559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Recorded text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THE COLUMBUS DISPATCH CAGLECARTOONS.COM Beeler 2019 / I REJECT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VACCINES OUT OF LOVE FOR MY CHILDREN. / NO VAX / MEASLES / MUMPS /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RUBELLA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How this assessment was reached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16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1. override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outcome=none; detail=No confirmed C2PA AI assertion or SynthID watermark.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Origin remains unresolved by these checks.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253488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2. model_agreement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synthetic=[]; authentic=['Claude Vision', 'OpenAI Vision', 'Gemini Vision'];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uncertain=[]; forensic_supports_synthetic=False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806192"/>
          <a:ext cx="8412479" cy="755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7559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3. verdict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value=authentic_likely; confidence=medium; reason=3 models lean authentic with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matching verdicts and ratings. Review the other findings, original source and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context alongside this result.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File and analysis record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17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File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illustration-3.webp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Analysis ID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b5d4ff88-8488-45f9-af47-300bcc02ff34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Generated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2026-09-26T22:31:04+00:00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4929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Tool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SDA Vision 0.1.0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09880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Models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claude-opus-5-5, gemini-3.8-flash, gpt-6-astra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344830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Method version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pdf-preparation-2026-09-26.1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65760" y="379780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Analysis lens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general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65760" y="414731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Original SHA-256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17442d095e61a319e806d0a58993fcb5b4a89705867bda5ead74b82bec4b8add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65760" y="4496816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Ingestion note 1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Fresh provider replies acquired for eleven-examples-refresh-20260926-r1; report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assembled locally from the saved responses without further API calls.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365760" y="5049520"/>
          <a:ext cx="8412479" cy="755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7559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Ingestion note 2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 latency values are restored from the acquisition receipts (maximum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sampled-frame latency per provider); raw replies and assessment results are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unchanged by this bookkeeping step.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