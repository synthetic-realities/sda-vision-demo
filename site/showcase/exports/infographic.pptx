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infographic.pdf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26/100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The sampled frames leave the assessment inconclusive. Review the frame results and source context.</a:t>
            </a:r>
          </a:p>
          <a:p>
            <a:r>
              <a:t>Coverage | pdf - 4 frame(s) analysed of 15 found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overview</a:t>
            </a:r>
          </a:p>
          <a:p>
            <a:r>
              <a:t>Claude Vision | vision / ok | inconclusive | 55/100</a:t>
            </a:r>
          </a:p>
          <a:p>
            <a:r>
              <a:t>OpenAI Vision | vision / ok | inconclusive | 15/100</a:t>
            </a:r>
          </a:p>
          <a:p>
            <a:r>
              <a:t>Gemini Vision | vision / ok | authentic likely | 28/100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55/100; tells: no camera-photo content; digitally rendered slide graphic, so photographic forensics (grain, lens blur, lighting) do not apply, irregular, non-geometric low-poly line networks with inconsistent node joins and fading, typical of AI image-generator decorative motifs, red-to-green left/right mirrored decoration with loosely matched structure, heavy bold text with slightly soft drop-shadow/halo edges on headline</a:t>
            </a:r>
          </a:p>
          <a:p>
            <a:r>
              <a:t>Evidence 1 | Frame figure p1: 45/100</a:t>
            </a:r>
          </a:p>
          <a:p>
            <a:r>
              <a:t>Evidence 2 | Frame figure p6: 40/100</a:t>
            </a:r>
          </a:p>
          <a:p>
            <a:r>
              <a:t>Evidence 3 | Frame figure p10: 35/100</a:t>
            </a:r>
          </a:p>
          <a:p>
            <a:r>
              <a:t>Evidence 4 | Frame figure p15: 55/100</a:t>
            </a:r>
          </a:p>
          <a:p>
            <a:r>
              <a:t>Evidence 5 | No camera-photo content; digitally rendered slide graphic, so photographic forensics (grain, lens blur, lighting) do not apply</a:t>
            </a:r>
          </a:p>
          <a:p>
            <a:r>
              <a:t>Evidence 6 | Irregular, non-geometric low-poly line networks with inconsistent node joins and fading, typical of AI image-generator decorative motifs</a:t>
            </a:r>
          </a:p>
          <a:p>
            <a:r>
              <a:t>Evidence 7 | Red-to-green left/right mirrored decoration with loosely matched structure</a:t>
            </a:r>
          </a:p>
          <a:p>
            <a:r>
              <a:t>Evidence 8 | Heavy bold text with slightly soft drop-shadow/halo edges on headline</a:t>
            </a:r>
          </a:p>
          <a:p>
            <a:r>
              <a:t>Evidence 9 | Slightly uneven centred line breaks in body text</a:t>
            </a:r>
          </a:p>
          <a:p>
            <a:r>
              <a:t>Evidence 10 | All text is correctly spelled and coherent, which is consistent with either modern text-capable generators or conventional slide software</a:t>
            </a:r>
          </a:p>
          <a:p>
            <a:r>
              <a:t>Evidence 11 | Faint mottled background texture rather than flat vector fill</a:t>
            </a:r>
          </a:p>
          <a:p>
            <a:r>
              <a:t>Evidence 12 | Caveat: This is a text-and-graphic slide, likely extracted from a PDF, not a photograph. Slides made in presentation software and slides from text-capable AI image generators can look alike. The irregular network motifs and soft rendering suggest possible AI generation, but they are not decisive. A human should check the source PDF's metadata, fonts and vector layers, and the authoring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55/100; tells: no camera-photo content; digitally rendered slide graphic, so photographic forensics (grain, lens blur, lighting) do not apply, irregular, non-geometric low-poly line networks with inconsistent node joins and fading, typical of AI image-generator decorative motifs, red-to-green left/right mirrored decoration with loosely matched structure, heavy bold text with slightly soft drop-shadow/halo edges on headline</a:t>
            </a:r>
          </a:p>
          <a:p>
            <a:r>
              <a:t>Evidence 1 | Frame figure p1: 45/100</a:t>
            </a:r>
          </a:p>
          <a:p>
            <a:r>
              <a:t>Evidence 2 | Frame figure p6: 40/100</a:t>
            </a:r>
          </a:p>
          <a:p>
            <a:r>
              <a:t>Evidence 3 | Frame figure p10: 35/100</a:t>
            </a:r>
          </a:p>
          <a:p>
            <a:r>
              <a:t>Evidence 4 | Frame figure p15: 55/100</a:t>
            </a:r>
          </a:p>
          <a:p>
            <a:r>
              <a:t>Evidence 5 | No camera-photo content; digitally rendered slide graphic, so photographic forensics (grain, lens blur, lighting) do not apply</a:t>
            </a:r>
          </a:p>
          <a:p>
            <a:r>
              <a:t>Evidence 6 | Irregular, non-geometric low-poly line networks with inconsistent node joins and fading, typical of AI image-generator decorative motifs</a:t>
            </a:r>
          </a:p>
          <a:p>
            <a:r>
              <a:t>Evidence 7 | Red-to-green left/right mirrored decoration with loosely matched structure</a:t>
            </a:r>
          </a:p>
          <a:p>
            <a:r>
              <a:t>Evidence 8 | Heavy bold text with slightly soft drop-shadow/halo edges on headline</a:t>
            </a:r>
          </a:p>
          <a:p>
            <a:r>
              <a:t>Evidence 9 | Slightly uneven centred line breaks in body text</a:t>
            </a:r>
          </a:p>
          <a:p>
            <a:r>
              <a:t>Evidence 10 | All text is correctly spelled and coherent, which is consistent with either modern text-capable generators or conventional slide software</a:t>
            </a:r>
          </a:p>
          <a:p>
            <a:r>
              <a:t>Evidence 11 | Faint mottled background texture rather than flat vector fill</a:t>
            </a:r>
          </a:p>
          <a:p>
            <a:r>
              <a:t>Evidence 12 | Caveat: This is a text-and-graphic slide, likely extracted from a PDF, not a photograph. Slides made in presentation software and slides from text-capable AI image generators can look alike. The irregular network motifs and soft rendering suggest possible AI generation, but they are not decisive. A human should check the source PDF's metadata, fonts and vector layers, and the authoring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55/100; tells: no camera-photo content; digitally rendered slide graphic, so photographic forensics (grain, lens blur, lighting) do not apply, irregular, non-geometric low-poly line networks with inconsistent node joins and fading, typical of AI image-generator decorative motifs, red-to-green left/right mirrored decoration with loosely matched structure, heavy bold text with slightly soft drop-shadow/halo edges on headline</a:t>
            </a:r>
          </a:p>
          <a:p>
            <a:r>
              <a:t>Evidence 1 | Frame figure p1: 45/100</a:t>
            </a:r>
          </a:p>
          <a:p>
            <a:r>
              <a:t>Evidence 2 | Frame figure p6: 40/100</a:t>
            </a:r>
          </a:p>
          <a:p>
            <a:r>
              <a:t>Evidence 3 | Frame figure p10: 35/100</a:t>
            </a:r>
          </a:p>
          <a:p>
            <a:r>
              <a:t>Evidence 4 | Frame figure p15: 55/100</a:t>
            </a:r>
          </a:p>
          <a:p>
            <a:r>
              <a:t>Evidence 5 | No camera-photo content; digitally rendered slide graphic, so photographic forensics (grain, lens blur, lighting) do not apply</a:t>
            </a:r>
          </a:p>
          <a:p>
            <a:r>
              <a:t>Evidence 6 | Irregular, non-geometric low-poly line networks with inconsistent node joins and fading, typical of AI image-generator decorative motifs</a:t>
            </a:r>
          </a:p>
          <a:p>
            <a:r>
              <a:t>Evidence 7 | Red-to-green left/right mirrored decoration with loosely matched structure</a:t>
            </a:r>
          </a:p>
          <a:p>
            <a:r>
              <a:t>Evidence 8 | Heavy bold text with slightly soft drop-shadow/halo edges on headline</a:t>
            </a:r>
          </a:p>
          <a:p>
            <a:r>
              <a:t>Evidence 9 | Slightly uneven centred line breaks in body text</a:t>
            </a:r>
          </a:p>
          <a:p>
            <a:r>
              <a:t>Evidence 10 | All text is correctly spelled and coherent, which is consistent with either modern text-capable generators or conventional slide software</a:t>
            </a:r>
          </a:p>
          <a:p>
            <a:r>
              <a:t>Evidence 11 | Faint mottled background texture rather than flat vector fill</a:t>
            </a:r>
          </a:p>
          <a:p>
            <a:r>
              <a:t>Evidence 12 | Caveat: This is a text-and-graphic slide, likely extracted from a PDF, not a photograph. Slides made in presentation software and slides from text-capable AI image generators can look alike. The irregular network motifs and soft rendering suggest possible AI generation, but they are not decisive. A human should check the source PDF's metadata, fonts and vector layers, and the authoring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Consistent, legible typography throughout both columns, Regular rounded panels and aligned borders characteristic of conventional slide design, No obvious malformed lettering or incoherent graphic elements, Entire image is a text infographic, with no photographic detail to assess</a:t>
            </a:r>
          </a:p>
          <a:p>
            <a:r>
              <a:t>Evidence 1 | Frame figure p1: 8/100</a:t>
            </a:r>
          </a:p>
          <a:p>
            <a:r>
              <a:t>Evidence 2 | Frame figure p6: 15/100</a:t>
            </a:r>
          </a:p>
          <a:p>
            <a:r>
              <a:t>Evidence 3 | Frame figure p10: 5/100</a:t>
            </a:r>
          </a:p>
          <a:p>
            <a:r>
              <a:t>Evidence 4 | Frame figure p15: 15/100</a:t>
            </a:r>
          </a:p>
          <a:p>
            <a:r>
              <a:t>Evidence 5 | Consistent, legible typography throughout both columns</a:t>
            </a:r>
          </a:p>
          <a:p>
            <a:r>
              <a:t>Evidence 6 | Regular rounded panels and aligned borders characteristic of conventional slide design</a:t>
            </a:r>
          </a:p>
          <a:p>
            <a:r>
              <a:t>Evidence 7 | No obvious malformed lettering or incoherent graphic elements</a:t>
            </a:r>
          </a:p>
          <a:p>
            <a:r>
              <a:t>Evidence 8 | Entire image is a text infographic, with no photographic detail to assess</a:t>
            </a:r>
          </a:p>
          <a:p>
            <a:r>
              <a:t>Evidence 9 | Caveat: A conventional infographic and an AI-assisted graphic can look identical; source files or creation history are needed to establish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Consistent, legible typography throughout both columns, Regular rounded panels and aligned borders characteristic of conventional slide design, No obvious malformed lettering or incoherent graphic elements, Entire image is a text infographic, with no photographic detail to assess</a:t>
            </a:r>
          </a:p>
          <a:p>
            <a:r>
              <a:t>Evidence 1 | Frame figure p1: 8/100</a:t>
            </a:r>
          </a:p>
          <a:p>
            <a:r>
              <a:t>Evidence 2 | Frame figure p6: 15/100</a:t>
            </a:r>
          </a:p>
          <a:p>
            <a:r>
              <a:t>Evidence 3 | Frame figure p10: 5/100</a:t>
            </a:r>
          </a:p>
          <a:p>
            <a:r>
              <a:t>Evidence 4 | Frame figure p15: 15/100</a:t>
            </a:r>
          </a:p>
          <a:p>
            <a:r>
              <a:t>Evidence 5 | Consistent, legible typography throughout both columns</a:t>
            </a:r>
          </a:p>
          <a:p>
            <a:r>
              <a:t>Evidence 6 | Regular rounded panels and aligned borders characteristic of conventional slide design</a:t>
            </a:r>
          </a:p>
          <a:p>
            <a:r>
              <a:t>Evidence 7 | No obvious malformed lettering or incoherent graphic elements</a:t>
            </a:r>
          </a:p>
          <a:p>
            <a:r>
              <a:t>Evidence 8 | Entire image is a text infographic, with no photographic detail to assess</a:t>
            </a:r>
          </a:p>
          <a:p>
            <a:r>
              <a:t>Evidence 9 | Caveat: A conventional infographic and an AI-assisted graphic can look identical; source files or creation history are needed to establish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28/100; tells: clean vector typography, standard geometric graphic design elements, absence of diffusion generation artifacts</a:t>
            </a:r>
          </a:p>
          <a:p>
            <a:r>
              <a:t>Evidence 1 | Frame figure p1: 25/100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28/100</a:t>
            </a:r>
          </a:p>
          <a:p>
            <a:r>
              <a:t>Evidence 5 | Clean vector typography</a:t>
            </a:r>
          </a:p>
          <a:p>
            <a:r>
              <a:t>Evidence 6 | Standard geometric graphic design elements</a:t>
            </a:r>
          </a:p>
          <a:p>
            <a:r>
              <a:t>Evidence 7 | Absence of diffusion generation artifacts</a:t>
            </a:r>
          </a:p>
          <a:p>
            <a:r>
              <a:t>Evidence 8 | Caveat: Standard presentation slide with digital vector art; non-photographic graphics make AI detection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28/100; tells: clean vector typography, standard geometric graphic design elements, absence of diffusion generation artifacts</a:t>
            </a:r>
          </a:p>
          <a:p>
            <a:r>
              <a:t>Evidence 1 | Frame figure p1: 25/100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28/100</a:t>
            </a:r>
          </a:p>
          <a:p>
            <a:r>
              <a:t>Evidence 5 | Clean vector typography</a:t>
            </a:r>
          </a:p>
          <a:p>
            <a:r>
              <a:t>Evidence 6 | Standard geometric graphic design elements</a:t>
            </a:r>
          </a:p>
          <a:p>
            <a:r>
              <a:t>Evidence 7 | Absence of diffusion generation artifacts</a:t>
            </a:r>
          </a:p>
          <a:p>
            <a:r>
              <a:t>Evidence 8 | Caveat: Standard presentation slide with digital vector art; non-photographic graphics make AI detection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23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23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Per-frame results</a:t>
            </a:r>
          </a:p>
          <a:p>
            <a:r>
              <a:t>figure p1 | authentic likely | 25</a:t>
            </a:r>
          </a:p>
          <a:p>
            <a:r>
              <a:t>figure p6 | inconclusive | 25</a:t>
            </a:r>
          </a:p>
          <a:p>
            <a:r>
              <a:t>figure p10 | authentic likely | 25</a:t>
            </a:r>
          </a:p>
          <a:p>
            <a:r>
              <a:t>figure p15 | inconclusive |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Additional findings</a:t>
            </a:r>
          </a:p>
          <a:p>
            <a:r>
              <a:t>Claude Vision | Worst of 4 frames (figure p15): synthetic likelihood 55/100; tells: no camera-photo content; digitally rendered slide graphic, so photographic forensics (grain, lens blur, lighting) do not apply, irregular, non-geometric low-poly line networks with inconsistent node joins and fading, typical of AI image-generator decorative motifs, red-to-green left/right mirrored decoration with loosely matched structure, heavy bold text with slightly soft drop-shadow/halo edges on headline</a:t>
            </a:r>
          </a:p>
          <a:p>
            <a:r>
              <a:t>OpenAI Vision | Worst of 4 frames (figure p6): synthetic likelihood 15/100; tells: Consistent, legible typography throughout both columns, Regular rounded panels and aligned borders characteristic of conventional slide design, No obvious malformed lettering or incoherent graphic elements, Entire image is a text infographic, with no photographic detail to assess</a:t>
            </a:r>
          </a:p>
          <a:p>
            <a:r>
              <a:t>Gemini Vision | Worst of 4 frames (figure p15): synthetic likelihood 28/100; tells: clean vector typography, standard geometric graphic design elements, absence of diffusion generation artifacts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Extracted text</a:t>
            </a:r>
          </a:p>
          <a:p>
            <a:r>
              <a:t>Recorded text | Geographic Discourse Extremes | The Sceptics (USA &amp; Italy) | • Primary Driver: Mistrust in institutions (CDC, FDA, Italy's ASL). | • Core Theme: Extrapolating harm from contraindicated vaccines to recommended ones. | • Vector Activity: High presence of bot-associated hashtags. | The Advocates (India &amp; UK) | • Primary Driver: Proactive, visible public health campaigns. | • Core Theme: Child protection and successful programme launches (e.g., India's Mission Indradhanush). | • Vector Activity: Organic tagging of trusted bodies (Public Health England).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How this assessment was reached</a:t>
            </a:r>
          </a:p>
          <a:p>
            <a:r>
              <a:t>1. frame_agreement | frames=4; synthetic_frames=0; authentic_frames=2; rating_spread=3</a:t>
            </a:r>
          </a:p>
          <a:p>
            <a:r>
              <a:t>2. verdict | value=inconclusive; confidence=low; reason=The sampled frames leave the assessment inconclusive. Review the frame results and source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279c5518-74f1-42db-a265-19a0d0fcb0bc</a:t>
            </a:r>
          </a:p>
          <a:p>
            <a:r>
              <a:t>Generated | 2026-09-26T17:54:48+00:00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Extracted 4 embedded figure(s) of 15 found (figure mode).</a:t>
            </a:r>
          </a:p>
          <a:p>
            <a:r>
              <a:t>Ingestion note 2 | No selectable text layer - vision models read the page/figure images.</a:t>
            </a:r>
          </a:p>
          <a:p>
            <a:r>
              <a:t>Ingestion note 3 | Recomputed locally from the same saved provider replies acquired under run five-examples-20260926-r1. No new provider requests. Original report 67783866-5136-47c8-95ce-ff7e7f37c6d3 was generated at 2026-09-26T17:38:42+00:00 under method publication-repair-2026-09-24.3; that report is preserved.</a:t>
            </a:r>
          </a:p>
          <a:p>
            <a:r>
              <a:t>Ingestion note 4 | Method verdict-consistency-2026-09-26.1: directional model votes require matching explicit verdicts and rating thresholds. Inconclusive replies retain their ratings and remain undecided observations.</a:t>
            </a:r>
          </a:p>
          <a:p>
            <a:r>
              <a:t>Ingestion note 5 | Presentation copy of saved report aac43583-5a80-4042-988f-028d0b7bfae8.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279c5518-74f1-42db-a265-19a0d0fcb0bc</a:t>
            </a:r>
          </a:p>
          <a:p>
            <a:r>
              <a:t>Generated | 2026-09-26T17:54:48+00:00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Extracted 4 embedded figure(s) of 15 found (figure mode).</a:t>
            </a:r>
          </a:p>
          <a:p>
            <a:r>
              <a:t>Ingestion note 2 | No selectable text layer - vision models read the page/figure images.</a:t>
            </a:r>
          </a:p>
          <a:p>
            <a:r>
              <a:t>Ingestion note 3 | Recomputed locally from the same saved provider replies acquired under run five-examples-20260926-r1. No new provider requests. Original report 67783866-5136-47c8-95ce-ff7e7f37c6d3 was generated at 2026-09-26T17:38:42+00:00 under method publication-repair-2026-09-24.3; that report is preserved.</a:t>
            </a:r>
          </a:p>
          <a:p>
            <a:r>
              <a:t>Ingestion note 4 | Method verdict-consistency-2026-09-26.1: directional model votes require matching explicit verdicts and rating thresholds. Inconclusive replies retain their ratings and remain undecided observations.</a:t>
            </a:r>
          </a:p>
          <a:p>
            <a:r>
              <a:t>Ingestion note 5 | Presentation copy of saved report aac43583-5a80-4042-988f-028d0b7bfae8.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4" y="1353312"/>
            <a:ext cx="736979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infographic.pdf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26/100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sampled frames leave the assessment inconclusive. Review the frame results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- 4 frame(s) analysed of 15 found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55/100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55/100; tells: no camera-photo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content; digitally rendered slide graphic, so photographic forensics (grain, lens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blur, lighting) do not apply, irregular, non-geometric low-poly line networks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inconsistent node joins and fading, typical of AI image-generator decorative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motifs, red-to-green left/right mirrored decoration with loosely matched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structure, heavy bold text with slightly soft drop-shadow/halo edges on headline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35/100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55/100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camera-photo content; digitally rendered slide graphic, so photographic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forensics (grain, lens blur, lighting) do not apply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Irregular, non-geometric low-poly line networks with inconsistent node joins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fading, typical of AI image-generator decorative motifs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Red-to-green left/right mirrored decoration with loosely matched structure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Heavy bold text with slightly soft drop-shadow/halo edges on headline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2042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uneven centred line breaks in body 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All text is correctly spelled and coherent, which is consistent with either modern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text-capable generators or conventional slide software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Faint mottled background texture rather than flat vector fill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 text-and-graphic slide, likely extracted from a PDF, not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photograph. Slides made in presentation software and slides from text-capable AI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generators can look alike. The irregular network motifs and soft rendering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suggest possible AI generation, but they are not decisive. A human should check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source PDF's metadata, fonts and vector layers, and the authoring tool.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Consistent, legible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 throughout both columns, Regular rounded panels and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borders characteristic of conventional slide design, No obvious malformed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lettering or incoherent graphic elements, Entire image is a text infographic,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photographic detail to assess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Consistent, legible typography throughout both columns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 rounded panels and aligned borders characteristic of conventional slide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design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obvious malformed lettering or incoherent graphic elements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6515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Entire image is a text infographic, with no photographic detail to assess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 conventional infographic and an AI-assisted graphic can look identical;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source files or creation history are needed to establish provenance.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28/100; tells: clean vector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typography, standard geometric graphic design elements, absence of diffusion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generation 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28/100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 vector typography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Standard geometric graphic design elements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Absence of diffusion generation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Standard presentation slide with digital vector art; non-photographic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graphics make AI detection inconclusive.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p1): Heuristic synthetic likelihood 41/100 from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0.4, peak 23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14.12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19.47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55/100; tells: no camera-photo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content; digitally rendered slide graphic, so photographic forensics (grain, lens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blur, lighting) do not apply, irregular, non-geometric low-poly line networks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inconsistent node joins and fading, typical of AI image-generator decorative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motifs, red-to-green left/right mirrored decoration with loosely matched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structure, heavy bold text with slightly soft drop-shadow/halo edges on headline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06628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Consistent, legible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 throughout both columns, Regular rounded panels and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borders characteristic of conventional slide design, No obvious malformed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lettering or incoherent graphic elements, Entire image is a text infographic,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photographic detail to assess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28/100; tells: clean vector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typography, standard geometric graphic design elements, absence of diffusion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generation 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984495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334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Extracted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 Discourse Extremes | The Sceptics (USA &amp; Italy) | • Primary Driver: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Mistrust in institutions (CDC, FDA, Italy's ASL). | • Core Theme: Extrapolating harm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from contraindicated vaccines to recommended ones. | • Vector Activity: High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presence of bot-associated hashtags. | The Advocates (India &amp; UK) | • Primary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Driver: Proactive, visible public health campaigns. | • Core Theme: Child protection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successful programme launches (e.g., India's Mission Indradhanush). | •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Activity: Organic tagging of trusted bodies (Public Health England).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synthetic_frames=0; authentic_frames=2; rating_spread=3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reason=The sampled frames leave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 inconclusive. Review the frame results 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infographic.pdf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279c5518-74f1-42db-a265-19a0d0fcb0bc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2026-09-26T17:54:48+00:00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02915f051b6eb2c9ef0c21f5bb20c4229ca21324bf20172f3867c32c299a5924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Extracted 4 embedded figure(s) of 15 found (figure mode).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selectable text layer - vision models read the page/figure images.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Recomputed locally from the same saved provider replies acquired under run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five-examples-20260926-r1. No new provider requests. Original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67783866-5136-47c8-95ce-ff7e7f37c6d3 was generated at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2026-09-26T17:38:42+00:00 under method publication-repair-2026-09-24.3; that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report is preserved.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verdict-consistency-2026-09-26.1: directional model votes require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explicit verdicts and rating thresholds. Inconclusive replies retain their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ratings and remain undecided observations.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aac43583-5a80-4042-988f-028d0b7bfae8.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