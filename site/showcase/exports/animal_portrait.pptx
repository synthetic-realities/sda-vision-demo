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animal-portrait.jpg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high</a:t>
            </a:r>
          </a:p>
          <a:p>
            <a:r>
              <a:t>Indicative rating | 84/100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agree this is likely synthetic.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overview</a:t>
            </a:r>
          </a:p>
          <a:p>
            <a:r>
              <a:t>Claude Vision | vision / ok | synthetic likely | 88/100</a:t>
            </a:r>
          </a:p>
          <a:p>
            <a:r>
              <a:t>OpenAI Vision | vision / ok | synthetic likely | 84/100</a:t>
            </a:r>
          </a:p>
          <a:p>
            <a:r>
              <a:t>Gemini Vision | vision / ok | synthetic likely | 72/100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47/100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hat merges with head with no visible ears or straps; fold-like ear shapes sit ambiguously under brim, overly smooth, idealized fur rendering with painterly micro-texture on face, whiskers unusually long, dense and uniformly bright, some originating from implausible positions, near-identical glossy eye reflections with slightly irregular pupil shapes</a:t>
            </a:r>
          </a:p>
          <a:p>
            <a:r>
              <a:t>Evidence 1 | Hat merges with head with no visible ears or straps; fold-like ear shapes sit ambiguously under brim</a:t>
            </a:r>
          </a:p>
          <a:p>
            <a:r>
              <a:t>Evidence 2 | Overly smooth, idealized fur rendering with painterly micro-texture on face</a:t>
            </a:r>
          </a:p>
          <a:p>
            <a:r>
              <a:t>Evidence 3 | Whiskers unusually long, dense and uniformly bright, some originating from implausible positions</a:t>
            </a:r>
          </a:p>
          <a:p>
            <a:r>
              <a:t>Evidence 4 | Near-identical glossy eye reflections with slightly irregular pupil shapes</a:t>
            </a:r>
          </a:p>
          <a:p>
            <a:r>
              <a:t>Evidence 5 | Hyper-stylized golden-hour backlight and creamy bokeh typical of text-to-image 'cinematic portrait' outputs</a:t>
            </a:r>
          </a:p>
          <a:p>
            <a:r>
              <a:t>Evidence 6 | Ambiguous dark garment/background mass at lower right with no clear structure</a:t>
            </a:r>
          </a:p>
          <a:p>
            <a:r>
              <a:t>Evidence 7 | Hat felt texture and brim edge fibers unusually uniform</a:t>
            </a:r>
          </a:p>
          <a:p>
            <a:r>
              <a:t>Evidence 8 | Filename references Firefly and C2PA AI example (contextual, not visual, evidence)</a:t>
            </a:r>
          </a:p>
          <a:p>
            <a:r>
              <a:t>Evidence 9 | Caveat: Rating relies partly on aesthetic cues that a staged, retouched pet photo could mimic, and the filename hint is unverified; a human should check the embedded C2PA manifest and file metadata directly rather than trusting the filename.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88/100; tells: hat merges with head with no visible ears or straps; fold-like ear shapes sit ambiguously under brim, overly smooth, idealized fur rendering with painterly micro-texture on face, whiskers unusually long, dense and uniformly bright, some originating from implausible positions, near-identical glossy eye reflections with slightly irregular pupil shapes</a:t>
            </a:r>
          </a:p>
          <a:p>
            <a:r>
              <a:t>Evidence 1 | Hat merges with head with no visible ears or straps; fold-like ear shapes sit ambiguously under brim</a:t>
            </a:r>
          </a:p>
          <a:p>
            <a:r>
              <a:t>Evidence 2 | Overly smooth, idealized fur rendering with painterly micro-texture on face</a:t>
            </a:r>
          </a:p>
          <a:p>
            <a:r>
              <a:t>Evidence 3 | Whiskers unusually long, dense and uniformly bright, some originating from implausible positions</a:t>
            </a:r>
          </a:p>
          <a:p>
            <a:r>
              <a:t>Evidence 4 | Near-identical glossy eye reflections with slightly irregular pupil shapes</a:t>
            </a:r>
          </a:p>
          <a:p>
            <a:r>
              <a:t>Evidence 5 | Hyper-stylized golden-hour backlight and creamy bokeh typical of text-to-image 'cinematic portrait' outputs</a:t>
            </a:r>
          </a:p>
          <a:p>
            <a:r>
              <a:t>Evidence 6 | Ambiguous dark garment/background mass at lower right with no clear structure</a:t>
            </a:r>
          </a:p>
          <a:p>
            <a:r>
              <a:t>Evidence 7 | Hat felt texture and brim edge fibers unusually uniform</a:t>
            </a:r>
          </a:p>
          <a:p>
            <a:r>
              <a:t>Evidence 8 | Filename references Firefly and C2PA AI example (contextual, not visual, evidence)</a:t>
            </a:r>
          </a:p>
          <a:p>
            <a:r>
              <a:t>Evidence 9 | Caveat: Rating relies partly on aesthetic cues that a staged, retouched pet photo could mimic, and the filename hint is unverified; a human should check the embedded C2PA manifest and file metadata directly rather than trusting the filename.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84/100; tells: Chest fur forms unusually broad, layered, feather-like clumps, Cheek fur has a densely etched, repetitive texture, Ear contours merge ambiguously with fur beneath the hat brim, Highly polished eye and nose surfaces contrast with exaggerated fur detail</a:t>
            </a:r>
          </a:p>
          <a:p>
            <a:r>
              <a:t>Evidence 1 | Chest fur forms unusually broad, layered, feather-like clumps</a:t>
            </a:r>
          </a:p>
          <a:p>
            <a:r>
              <a:t>Evidence 2 | Cheek fur has a densely etched, repetitive texture</a:t>
            </a:r>
          </a:p>
          <a:p>
            <a:r>
              <a:t>Evidence 3 | Ear contours merge ambiguously with fur beneath the hat brim</a:t>
            </a:r>
          </a:p>
          <a:p>
            <a:r>
              <a:t>Evidence 4 | Highly polished eye and nose surfaces contrast with exaggerated fur detail</a:t>
            </a:r>
          </a:p>
          <a:p>
            <a:r>
              <a:t>Evidence 5 | Coherent warm rim lighting and background blur provide some photographic plausibility</a:t>
            </a:r>
          </a:p>
          <a:p>
            <a:r>
              <a:t>Evidence 6 | Caveat: Visual styling alone is not decisive; inspect the original file and validate any C2PA credentials rather than relying on the filename.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84/100; tells: Chest fur forms unusually broad, layered, feather-like clumps, Cheek fur has a densely etched, repetitive texture, Ear contours merge ambiguously with fur beneath the hat brim, Highly polished eye and nose surfaces contrast with exaggerated fur detail</a:t>
            </a:r>
          </a:p>
          <a:p>
            <a:r>
              <a:t>Evidence 1 | Chest fur forms unusually broad, layered, feather-like clumps</a:t>
            </a:r>
          </a:p>
          <a:p>
            <a:r>
              <a:t>Evidence 2 | Cheek fur has a densely etched, repetitive texture</a:t>
            </a:r>
          </a:p>
          <a:p>
            <a:r>
              <a:t>Evidence 3 | Ear contours merge ambiguously with fur beneath the hat brim</a:t>
            </a:r>
          </a:p>
          <a:p>
            <a:r>
              <a:t>Evidence 4 | Highly polished eye and nose surfaces contrast with exaggerated fur detail</a:t>
            </a:r>
          </a:p>
          <a:p>
            <a:r>
              <a:t>Evidence 5 | Coherent warm rim lighting and background blur provide some photographic plausibility</a:t>
            </a:r>
          </a:p>
          <a:p>
            <a:r>
              <a:t>Evidence 6 | Caveat: Visual styling alone is not decisive; inspect the original file and validate any C2PA credentials rather than relying on the filename.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overly uniform airbrushed fur rendering, implausible ear integration under hat, perfect studio lighting and stylized depth of field blur</a:t>
            </a:r>
          </a:p>
          <a:p>
            <a:r>
              <a:t>Evidence 1 | Overly uniform airbrushed fur rendering</a:t>
            </a:r>
          </a:p>
          <a:p>
            <a:r>
              <a:t>Evidence 2 | Implausible ear integration under hat</a:t>
            </a:r>
          </a:p>
          <a:p>
            <a:r>
              <a:t>Evidence 3 | Perfect studio lighting and stylized depth of field blur</a:t>
            </a:r>
          </a:p>
          <a:p>
            <a:r>
              <a:t>Evidence 4 | Caveat: High-quality digital rendering or retouching on real reference photos can mimic full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overly uniform airbrushed fur rendering, implausible ear integration under hat, perfect studio lighting and stylized depth of field blur</a:t>
            </a:r>
          </a:p>
          <a:p>
            <a:r>
              <a:t>Evidence 1 | Overly uniform airbrushed fur rendering</a:t>
            </a:r>
          </a:p>
          <a:p>
            <a:r>
              <a:t>Evidence 2 | Implausible ear integration under hat</a:t>
            </a:r>
          </a:p>
          <a:p>
            <a:r>
              <a:t>Evidence 3 | Perfect studio lighting and stylized depth of field blur</a:t>
            </a:r>
          </a:p>
          <a:p>
            <a:r>
              <a:t>Evidence 4 | Caveat: High-quality digital rendering or retouching on real reference photos can mimic full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File integrity: validated. Signer trust: unresolved under the current local policy. The recorded declarations remain available for review and are not used as a decisive provenance finding. Manifest declares AI-generated content.</a:t>
            </a:r>
          </a:p>
          <a:p>
            <a:r>
              <a:t>Evidence 1 | Credentials: embedded manifest found.</a:t>
            </a:r>
          </a:p>
          <a:p>
            <a:r>
              <a:t>Evidence 2 | Integrity: valid (SDK validation).</a:t>
            </a:r>
          </a:p>
          <a:p>
            <a:r>
              <a:t>Evidence 3 | Signer trust: untrusted under the configured verifier.</a:t>
            </a:r>
          </a:p>
          <a:p>
            <a:r>
              <a:t>Evidence 4 | Active manifest: Manifest declares AI-generated content.</a:t>
            </a:r>
          </a:p>
          <a:p>
            <a:r>
              <a:t>Evidence 5 | Claim generator (declared tool): Adobe_Firefly</a:t>
            </a:r>
          </a:p>
          <a:p>
            <a:r>
              <a:t>Evidence 6 | Declared signer: Adobe Inc.</a:t>
            </a:r>
          </a:p>
          <a:p>
            <a:r>
              <a:t>Evidence 7 | Declared source type: http://cv.iptc.org/newscodes/digitalsourcetype/trainedalgorithmicmedia</a:t>
            </a:r>
          </a:p>
          <a:p>
            <a:r>
              <a:t>Evidence 8 | Active record - declared tool: Adobe_Firefly; actions: c2pa.created.</a:t>
            </a:r>
          </a:p>
          <a:p>
            <a:r>
              <a:t>Evidence 9 | Active record - all actions recorded (signer's declaration): yes.</a:t>
            </a:r>
          </a:p>
          <a:p>
            <a:r>
              <a:t>Evidence 10 | Validation outcome: signingCredential.untrusted</a:t>
            </a:r>
          </a:p>
          <a:p>
            <a:r>
              <a:t>Evidence 11 | Validation outcome: timeStamp.validated</a:t>
            </a:r>
          </a:p>
          <a:p>
            <a:r>
              <a:t>Evidence 12 | Validation outcome: timeStamp.trusted</a:t>
            </a:r>
          </a:p>
          <a:p>
            <a:r>
              <a:t>Evidence 13 | Validation outcome: claimSignature.insideValidity</a:t>
            </a:r>
          </a:p>
          <a:p>
            <a:r>
              <a:t>Evidence 14 | Validation outcome: claimSignature.validated</a:t>
            </a:r>
          </a:p>
          <a:p>
            <a:r>
              <a:t>Evidence 15 | Validation outcome: assertion.hashedURI.match</a:t>
            </a:r>
          </a:p>
          <a:p>
            <a:r>
              <a:t>Evidence 16 | Validation outcome: assertion.dataHash.match</a:t>
            </a:r>
          </a:p>
          <a:p>
            <a:r>
              <a:t>Evidence 17 | Verifier: c2pa-python 0.37.12; native SDK 0.91.0; specification target 2.4; policy embedded-offline-reviewed-trust-v3.</a:t>
            </a:r>
          </a:p>
          <a:p>
            <a:r>
              <a:t>Evidence 18 | Offline embedded-manifest verification; no network trust-list, manifest or revocation refresh.</a:t>
            </a:r>
          </a:p>
          <a:p>
            <a:r>
              <a:t>Evidence 19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File integrity: validated. Signer trust: unresolved under the current local policy. The recorded declarations remain available for review and are not used as a decisive provenance finding. Manifest declares AI-generated content.</a:t>
            </a:r>
          </a:p>
          <a:p>
            <a:r>
              <a:t>Evidence 1 | Credentials: embedded manifest found.</a:t>
            </a:r>
          </a:p>
          <a:p>
            <a:r>
              <a:t>Evidence 2 | Integrity: valid (SDK validation).</a:t>
            </a:r>
          </a:p>
          <a:p>
            <a:r>
              <a:t>Evidence 3 | Signer trust: untrusted under the configured verifier.</a:t>
            </a:r>
          </a:p>
          <a:p>
            <a:r>
              <a:t>Evidence 4 | Active manifest: Manifest declares AI-generated content.</a:t>
            </a:r>
          </a:p>
          <a:p>
            <a:r>
              <a:t>Evidence 5 | Claim generator (declared tool): Adobe_Firefly</a:t>
            </a:r>
          </a:p>
          <a:p>
            <a:r>
              <a:t>Evidence 6 | Declared signer: Adobe Inc.</a:t>
            </a:r>
          </a:p>
          <a:p>
            <a:r>
              <a:t>Evidence 7 | Declared source type: http://cv.iptc.org/newscodes/digitalsourcetype/trainedalgorithmicmedia</a:t>
            </a:r>
          </a:p>
          <a:p>
            <a:r>
              <a:t>Evidence 8 | Active record - declared tool: Adobe_Firefly; actions: c2pa.created.</a:t>
            </a:r>
          </a:p>
          <a:p>
            <a:r>
              <a:t>Evidence 9 | Active record - all actions recorded (signer's declaration): yes.</a:t>
            </a:r>
          </a:p>
          <a:p>
            <a:r>
              <a:t>Evidence 10 | Validation outcome: signingCredential.untrusted</a:t>
            </a:r>
          </a:p>
          <a:p>
            <a:r>
              <a:t>Evidence 11 | Validation outcome: timeStamp.validated</a:t>
            </a:r>
          </a:p>
          <a:p>
            <a:r>
              <a:t>Evidence 12 | Validation outcome: timeStamp.trusted</a:t>
            </a:r>
          </a:p>
          <a:p>
            <a:r>
              <a:t>Evidence 13 | Validation outcome: claimSignature.insideValidity</a:t>
            </a:r>
          </a:p>
          <a:p>
            <a:r>
              <a:t>Evidence 14 | Validation outcome: claimSignature.validated</a:t>
            </a:r>
          </a:p>
          <a:p>
            <a:r>
              <a:t>Evidence 15 | Validation outcome: assertion.hashedURI.match</a:t>
            </a:r>
          </a:p>
          <a:p>
            <a:r>
              <a:t>Evidence 16 | Validation outcome: assertion.dataHash.match</a:t>
            </a:r>
          </a:p>
          <a:p>
            <a:r>
              <a:t>Evidence 17 | Verifier: c2pa-python 0.37.12; native SDK 0.91.0; specification target 2.4; policy embedded-offline-reviewed-trust-v3.</a:t>
            </a:r>
          </a:p>
          <a:p>
            <a:r>
              <a:t>Evidence 18 | Offline embedded-manifest verification; no network trust-list, manifest or revocation refresh.</a:t>
            </a:r>
          </a:p>
          <a:p>
            <a:r>
              <a:t>Evidence 19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File integrity: validated. Signer trust: unresolved under the current local policy. The recorded declarations remain available for review and are not used as a decisive provenance finding. Manifest declares AI-generated content.</a:t>
            </a:r>
          </a:p>
          <a:p>
            <a:r>
              <a:t>Evidence 1 | Credentials: embedded manifest found.</a:t>
            </a:r>
          </a:p>
          <a:p>
            <a:r>
              <a:t>Evidence 2 | Integrity: valid (SDK validation).</a:t>
            </a:r>
          </a:p>
          <a:p>
            <a:r>
              <a:t>Evidence 3 | Signer trust: untrusted under the configured verifier.</a:t>
            </a:r>
          </a:p>
          <a:p>
            <a:r>
              <a:t>Evidence 4 | Active manifest: Manifest declares AI-generated content.</a:t>
            </a:r>
          </a:p>
          <a:p>
            <a:r>
              <a:t>Evidence 5 | Claim generator (declared tool): Adobe_Firefly</a:t>
            </a:r>
          </a:p>
          <a:p>
            <a:r>
              <a:t>Evidence 6 | Declared signer: Adobe Inc.</a:t>
            </a:r>
          </a:p>
          <a:p>
            <a:r>
              <a:t>Evidence 7 | Declared source type: http://cv.iptc.org/newscodes/digitalsourcetype/trainedalgorithmicmedia</a:t>
            </a:r>
          </a:p>
          <a:p>
            <a:r>
              <a:t>Evidence 8 | Active record - declared tool: Adobe_Firefly; actions: c2pa.created.</a:t>
            </a:r>
          </a:p>
          <a:p>
            <a:r>
              <a:t>Evidence 9 | Active record - all actions recorded (signer's declaration): yes.</a:t>
            </a:r>
          </a:p>
          <a:p>
            <a:r>
              <a:t>Evidence 10 | Validation outcome: signingCredential.untrusted</a:t>
            </a:r>
          </a:p>
          <a:p>
            <a:r>
              <a:t>Evidence 11 | Validation outcome: timeStamp.validated</a:t>
            </a:r>
          </a:p>
          <a:p>
            <a:r>
              <a:t>Evidence 12 | Validation outcome: timeStamp.trusted</a:t>
            </a:r>
          </a:p>
          <a:p>
            <a:r>
              <a:t>Evidence 13 | Validation outcome: claimSignature.insideValidity</a:t>
            </a:r>
          </a:p>
          <a:p>
            <a:r>
              <a:t>Evidence 14 | Validation outcome: claimSignature.validated</a:t>
            </a:r>
          </a:p>
          <a:p>
            <a:r>
              <a:t>Evidence 15 | Validation outcome: assertion.hashedURI.match</a:t>
            </a:r>
          </a:p>
          <a:p>
            <a:r>
              <a:t>Evidence 16 | Validation outcome: assertion.dataHash.match</a:t>
            </a:r>
          </a:p>
          <a:p>
            <a:r>
              <a:t>Evidence 17 | Verifier: c2pa-python 0.37.12; native SDK 0.91.0; specification target 2.4; policy embedded-offline-reviewed-trust-v3.</a:t>
            </a:r>
          </a:p>
          <a:p>
            <a:r>
              <a:t>Evidence 18 | Offline embedded-manifest verification; no network trust-list, manifest or revocation refresh.</a:t>
            </a:r>
          </a:p>
          <a:p>
            <a:r>
              <a:t>Evidence 19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47/100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1.0, peak 26 (uniform high ELA can indicate generation/heavy edit).</a:t>
            </a:r>
          </a:p>
          <a:p>
            <a:r>
              <a:t>Evidence 3 | High-frequency noise std 3.58 (very low/very uniform noise is a synthesis cue).</a:t>
            </a:r>
          </a:p>
          <a:p>
            <a:r>
              <a:t>Evidence 4 | Spectral peakiness 32.99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Evidence supporting this verdict</a:t>
            </a:r>
          </a:p>
          <a:p>
            <a:r>
              <a:t>Claude Vision | synthetic likelihood 88/100; tells: hat merges with head with no visible ears or straps; fold-like ear shapes sit ambiguously under brim, overly smooth, idealized fur rendering with painterly micro-texture on face, whiskers unusually long, dense and uniformly bright, some originating from implausible positions, near-identical glossy eye reflections with slightly irregular pupil shapes</a:t>
            </a:r>
          </a:p>
          <a:p>
            <a:r>
              <a:t>OpenAI Vision | synthetic likelihood 84/100; tells: Chest fur forms unusually broad, layered, feather-like clumps, Cheek fur has a densely etched, repetitive texture, Ear contours merge ambiguously with fur beneath the hat brim, Highly polished eye and nose surfaces contrast with exaggerated fur detail</a:t>
            </a:r>
          </a:p>
          <a:p>
            <a:r>
              <a:t>Gemini Vision | synthetic likelihood 72/100; tells: overly uniform airbrushed fur rendering, implausible ear integration under hat, perfect studio lighting and stylized depth of field blur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File integrity: validated. Signer trust: unresolved under the current local policy. The recorded declarations remain available for review and are not used as a decisive provenance finding. Manifest declares AI-generated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synthetic=['Claude Vision', 'OpenAI Vision', 'Gemini Vision']; authentic=[]; uncertain=[]; forensic_supports_synthetic=False</a:t>
            </a:r>
          </a:p>
          <a:p>
            <a:r>
              <a:t>3. verdict | value=synthetic_likely; confidence=high; reason=3 models agree this is likely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File and analysis record</a:t>
            </a:r>
          </a:p>
          <a:p>
            <a:r>
              <a:t>File | animal-portrait.jpg</a:t>
            </a:r>
          </a:p>
          <a:p>
            <a:r>
              <a:t>Analysis ID | 7817982d-f469-43e4-9862-3399a7eb9397</a:t>
            </a:r>
          </a:p>
          <a:p>
            <a:r>
              <a:t>Generated | 2026-09-26T18:37:49+00:00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bdc5c19d4211d9c9f9f8dce5bf4e4dec29e9b32e308ff12a60979481e928154f</a:t>
            </a:r>
          </a:p>
          <a:p>
            <a:r>
              <a:t>Ingestion note 1 | Recomputed locally from saved LLM replies acquired at 2026-09-25T09:04:42+00:00 under method publication-repair-2026-09-24.3. Original report b487ceee-de8a-4546-bdd2-1aa3066f0245 is preserved. No new provider requests. The original analysis used a source-labelled filename; this is not a source-blind comparison.</a:t>
            </a:r>
          </a:p>
          <a:p>
            <a:r>
              <a:t>Ingestion note 2 | Presentation copy of saved report c624f79c-a343-4aff-8450-3a4b7ded4d97.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animal-portrait.jpg</a:t>
            </a:r>
          </a:p>
          <a:p>
            <a:r>
              <a:t>File and analysis record</a:t>
            </a:r>
          </a:p>
          <a:p>
            <a:r>
              <a:t>File | animal-portrait.jpg</a:t>
            </a:r>
          </a:p>
          <a:p>
            <a:r>
              <a:t>Analysis ID | 7817982d-f469-43e4-9862-3399a7eb9397</a:t>
            </a:r>
          </a:p>
          <a:p>
            <a:r>
              <a:t>Generated | 2026-09-26T18:37:49+00:00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bdc5c19d4211d9c9f9f8dce5bf4e4dec29e9b32e308ff12a60979481e928154f</a:t>
            </a:r>
          </a:p>
          <a:p>
            <a:r>
              <a:t>Ingestion note 1 | Recomputed locally from saved LLM replies acquired at 2026-09-25T09:04:42+00:00 under method publication-repair-2026-09-24.3. Original report b487ceee-de8a-4546-bdd2-1aa3066f0245 is preserved. No new provider requests. The original analysis used a source-labelled filename; this is not a source-blind comparison.</a:t>
            </a:r>
          </a:p>
          <a:p>
            <a:r>
              <a:t>Ingestion note 2 | Presentation copy of saved report c624f79c-a343-4aff-8450-3a4b7ded4d97.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771" y="1353312"/>
            <a:ext cx="5290457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animal-portrait.jpg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agree this is likely synthetic.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88/100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hat merges with head with no visible ears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straps; fold-like ear shapes sit ambiguously under brim, overly smooth, idealized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fur rendering with painterly micro-texture on face, whiskers unusually long, dense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uniformly bright, some originating from implausible positions,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glossy eye reflections with slightly irregular pupil shapes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Hat merges with head with no visible ears or straps; fold-like ear shapes sit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ambiguously under brim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512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Overly smooth, idealized fur rendering with painterly micro-texture on face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Whiskers unusually long, dense and uniformly bright, some originating from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implausible positions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Near-identical glossy eye reflections with slightly irregular pupil shapes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Hyper-stylized golden-hour backlight and creamy bokeh typical of text-to-image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'cinematic portrait' outputs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Ambiguous dark garment/background mass at lower right with no clear structure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199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Hat felt texture and brim edge fibers unusually uniform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Filename references Firefly and C2PA AI example (contextual, not visual, evidence)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2042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Rating relies partly on aesthetic cues that a staged, retouched pet photo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could mimic, and the filename hint is unverified; a human should check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C2PA manifest and file metadata directly rather than trusting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filename.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84/100; tells: Chest fur forms unusually broad, layered,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feather-like clumps, Cheek fur has a densely etched, repetitive texture, Ear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contours merge ambiguously with fur beneath the hat brim, Highly polished eye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nose surfaces contrast with exaggerated fur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Chest fur forms unusually broad, layered, feather-like clumps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Cheek fur has a densely etched, repetitive texture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Ear contours merge ambiguously with fur beneath the hat brim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Highly polished eye and nose surfaces contrast with exaggerated fur detail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Coherent warm rim lighting and background blur provide some photographic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plausibility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Visual styling alone is not decisive; inspect the original file and validate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any C2PA credentials rather than relying on the filename.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overly uniform airbrushed fur rendering,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implausible ear integration under hat, perfect studio lighting and stylized depth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field blur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Overly uniform airbrushed fur rendering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Implausible ear integration under hat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Perfect studio lighting and stylized depth of field blur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High-quality digital rendering or retouching on real reference photos can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mimic full synthesis.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 integrity: validated. Signer trust: unresolved under the current local policy.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recorded declarations remain available for review and are not used as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decisive provenance finding. Manifest declares AI-generated content.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Credentials: embedded manifest found.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Integrity: valid (SDK validation).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Signer trust: untrusted under the configured verifier.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Active manifest: Manifest declares AI-generated content.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Claim generator (declared tool): Adobe_Firefly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Declared signer: Adobe Inc.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Declared source type: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http://cv.iptc.org/newscodes/digitalsourcetype/trainedalgorithmicmedia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Active record - declared tool: Adobe_Firefly; actions: c2pa.created.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6515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Active record - all actions recorded (signer's declaration): yes.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Validation outcome: signingCredential.untrusted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Validation outcome: timeStamp.validated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Validation outcome: timeStamp.trusted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Validation outcome: claimSignature.insideValidity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Validation outcome: claimSignature.validated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Validation outcome: assertion.hashedURI.match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Validation outcome: assertion.dataHash.match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9524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199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47/100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1.0, peak 26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3.58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32.99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88/100; tells: hat merges with head with no visible ears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straps; fold-like ear shapes sit ambiguously under brim, overly smooth, idealized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fur rendering with painterly micro-texture on face, whiskers unusually long, dense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uniformly bright, some originating from implausible positions,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glossy eye reflections with slightly irregular pupil shapes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84/100; tells: Chest fur forms unusually broad, layered,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feather-like clumps, Cheek fur has a densely etched, repetitive texture, Ear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contours merge ambiguously with fur beneath the hat brim, Highly polished eye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nose surfaces contrast with exaggerated fur detail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822191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overly uniform airbrushed fur rendering,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implausible ear integration under hat, perfect studio lighting and stylized depth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field blur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 integrity: validated. Signer trust: unresolved under the current local policy.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recorded declarations remain available for review and are not used as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decisive provenance finding. Manifest declares AI-generated content.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synthetic=['Claude Vision', 'OpenAI Vision', 'Gemini Vision']; authentic=[];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confidence=high; reason=3 models agree this is likely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animal-portrait.jpg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7817982d-f469-43e4-9862-3399a7eb9397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2026-09-26T18:37:49+00:00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verdict-consistency-2026-09-26.1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bdc5c19d4211d9c9f9f8dce5bf4e4dec29e9b32e308ff12a60979481e928154f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Recomputed locally from saved LLM replies acquired 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2026-09-25T09:04:42+00:00 under method publication-repair-2026-09-24.3.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report b487ceee-de8a-4546-bdd2-1aa3066f0245 is preserved. No new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requests. The original analysis used a source-labelled filename; this is not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 source-blind comparison.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 copy of saved report c624f79c-a343-4aff-8450-3a4b7ded4d97.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descriptive filename replaces the earlier example ID for navigation. Original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dates, provider replies, scores and acquisition context are retained;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model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