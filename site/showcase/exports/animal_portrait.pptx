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animal-portrait.jpg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overview</a:t>
            </a:r>
          </a:p>
          <a:p>
            <a:r>
              <a:t>Claude Vision | vision / ok | synthetic likely | 90/100</a:t>
            </a:r>
          </a:p>
          <a:p>
            <a:r>
              <a:t>OpenAI Vision | vision / ok | synthetic likely | 78/100</a:t>
            </a:r>
          </a:p>
          <a:p>
            <a:r>
              <a:t>Gemini Vision | vision / ok | synthetic likely | 75/100</a:t>
            </a:r>
          </a:p>
          <a:p>
            <a:r>
              <a:t>C2PA Content Credentials | provenance / ok | inconclusive | n/a</a:t>
            </a:r>
          </a:p>
          <a:p>
            <a:r>
              <a:t>Local forensic cues | forensic / ok | partially synthetic | 47/100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Evidence 1 | Chest fur forms unusually broad, sculpted clumps compared with the fine facial fur</a:t>
            </a:r>
          </a:p>
          <a:p>
            <a:r>
              <a:t>Evidence 2 | Several whiskers have angular bends and uneven thickness</a:t>
            </a:r>
          </a:p>
          <a:p>
            <a:r>
              <a:t>Evidence 3 | Highly regular facial detailing and unusually smooth, uniform iris textures</a:t>
            </a:r>
          </a:p>
          <a:p>
            <a:r>
              <a:t>Evidence 4 | Hat brim and partly concealed ears have ambiguous contact geometry</a:t>
            </a:r>
          </a:p>
          <a:p>
            <a:r>
              <a:t>Evidence 5 | Consistent warm rim lighting and plausible background blur provide some photographic cues</a:t>
            </a:r>
          </a:p>
          <a:p>
            <a:r>
              <a:t>Evidence 6 | Caveat: Stylized photography and sharpening can produce similar textures; the original file and provenance are needed to distinguish generation from photography or editing.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Evidence 1 | Chest fur forms unusually broad, sculpted clumps compared with the fine facial fur</a:t>
            </a:r>
          </a:p>
          <a:p>
            <a:r>
              <a:t>Evidence 2 | Several whiskers have angular bends and uneven thickness</a:t>
            </a:r>
          </a:p>
          <a:p>
            <a:r>
              <a:t>Evidence 3 | Highly regular facial detailing and unusually smooth, uniform iris textures</a:t>
            </a:r>
          </a:p>
          <a:p>
            <a:r>
              <a:t>Evidence 4 | Hat brim and partly concealed ears have ambiguous contact geometry</a:t>
            </a:r>
          </a:p>
          <a:p>
            <a:r>
              <a:t>Evidence 5 | Consistent warm rim lighting and plausible background blur provide some photographic cues</a:t>
            </a:r>
          </a:p>
          <a:p>
            <a:r>
              <a:t>Evidence 6 | Caveat: Stylized photography and sharpening can produce similar textures; the original file and provenance are needed to distinguish generation from photography or editing.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75/100; tells: implausible ear anatomy under hat brim, hyper-smooth rendering of fur and felt texture, unnatural symmetry in whisker and facial layout, diffuse artificial lighting effects</a:t>
            </a:r>
          </a:p>
          <a:p>
            <a:r>
              <a:t>Evidence 1 | Implausible ear anatomy under hat brim</a:t>
            </a:r>
          </a:p>
          <a:p>
            <a:r>
              <a:t>Evidence 2 | Hyper-smooth rendering of fur and felt texture</a:t>
            </a:r>
          </a:p>
          <a:p>
            <a:r>
              <a:t>Evidence 3 | Unnatural symmetry in whisker and facial layout</a:t>
            </a:r>
          </a:p>
          <a:p>
            <a:r>
              <a:t>Evidence 4 | Diffuse artificial lighting effects</a:t>
            </a:r>
          </a:p>
          <a:p>
            <a:r>
              <a:t>Evidence 5 | Caveat: High-quality digital art or photo manipulation can occasionally mimic diffusion model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75/100; tells: implausible ear anatomy under hat brim, hyper-smooth rendering of fur and felt texture, unnatural symmetry in whisker and facial layout, diffuse artificial lighting effects</a:t>
            </a:r>
          </a:p>
          <a:p>
            <a:r>
              <a:t>Evidence 1 | Implausible ear anatomy under hat brim</a:t>
            </a:r>
          </a:p>
          <a:p>
            <a:r>
              <a:t>Evidence 2 | Hyper-smooth rendering of fur and felt texture</a:t>
            </a:r>
          </a:p>
          <a:p>
            <a:r>
              <a:t>Evidence 3 | Unnatural symmetry in whisker and facial layout</a:t>
            </a:r>
          </a:p>
          <a:p>
            <a:r>
              <a:t>Evidence 4 | Diffuse artificial lighting effects</a:t>
            </a:r>
          </a:p>
          <a:p>
            <a:r>
              <a:t>Evidence 5 | Caveat: High-quality digital art or photo manipulation can occasionally mimic diffusion model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47/100 from metadata + pixel statistics.</a:t>
            </a:r>
          </a:p>
          <a:p>
            <a:r>
              <a:t>Evidence 1 | No camera EXIF (common in AI exports, screenshots, and re-saves).</a:t>
            </a:r>
          </a:p>
          <a:p>
            <a:r>
              <a:t>Evidence 2 | ELA mean 1.0, peak 26 (uniform high ELA can indicate generation/heavy edit).</a:t>
            </a:r>
          </a:p>
          <a:p>
            <a:r>
              <a:t>Evidence 3 | High-frequency noise std 3.58 (very low/very uniform noise is a synthesis cue).</a:t>
            </a:r>
          </a:p>
          <a:p>
            <a:r>
              <a:t>Evidence 4 | Spectral peakiness 32.99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Evidence supporting this verdict</a:t>
            </a:r>
          </a:p>
          <a:p>
            <a:r>
              <a:t>Claude Vision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OpenAI Vision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Gemini Vision | synthetic likelihood 75/100; tells: implausible ear anatomy under hat brim, hyper-smooth rendering of fur and felt texture, unnatural symmetry in whisker and facial layout, diffuse artificial lighting effects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File and analysis record</a:t>
            </a:r>
          </a:p>
          <a:p>
            <a:r>
              <a:t>File | animal-portrait.jpg</a:t>
            </a:r>
          </a:p>
          <a:p>
            <a:r>
              <a:t>Analysis ID | e661b59d-245a-45f7-84ad-51f4402efb24</a:t>
            </a:r>
          </a:p>
          <a:p>
            <a:r>
              <a:t>Generated | 2026-09-26T22:31:02+00:00</a:t>
            </a:r>
          </a:p>
          <a:p>
            <a:r>
              <a:t>Tool | SDA Vision 0.1.0</a:t>
            </a:r>
          </a:p>
          <a:p>
            <a:r>
              <a:t>Models | claude-opus-5-5, gemini-3.8-flash, gpt-6-astra</a:t>
            </a:r>
          </a:p>
          <a:p>
            <a:r>
              <a:t>Method version | pdf-preparation-2026-09-26.1</a:t>
            </a:r>
          </a:p>
          <a:p>
            <a:r>
              <a:t>Analysis lens | general</a:t>
            </a:r>
          </a:p>
          <a:p>
            <a:r>
              <a:t>Original SHA-256 | bdc5c19d4211d9c9f9f8dce5bf4e4dec29e9b32e308ff12a60979481e928154f</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926771" y="1353312"/>
            <a:ext cx="5290457"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animal-portrait.jpg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47/100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90/100; tells: ear anatomy ambiguous: folded ears appear to</a:t>
                      </a:r>
                    </a:p>
                    <a:p>
                      <a:pPr>
                        <a:lnSpc>
                          <a:spcPts val="1600"/>
                        </a:lnSpc>
                        <a:spcAft>
                          <a:spcPts val="0"/>
                        </a:spcAft>
                        <a:defRPr sz="1200" b="0">
                          <a:solidFill>
                            <a:srgbClr val="21243A"/>
                          </a:solidFill>
                          <a:latin typeface="Arial"/>
                        </a:defRPr>
                      </a:pPr>
                      <a:r>
                        <a:t>merge into the hat brim and head without a clear boundary, whiskers emerge</a:t>
                      </a:r>
                    </a:p>
                    <a:p>
                      <a:pPr>
                        <a:lnSpc>
                          <a:spcPts val="1600"/>
                        </a:lnSpc>
                        <a:spcAft>
                          <a:spcPts val="0"/>
                        </a:spcAft>
                        <a:defRPr sz="1200" b="0">
                          <a:solidFill>
                            <a:srgbClr val="21243A"/>
                          </a:solidFill>
                          <a:latin typeface="Arial"/>
                        </a:defRPr>
                      </a:pPr>
                      <a:r>
                        <a:t>from implausible origins (some from cheeks and neck, not only the muzzle pads)</a:t>
                      </a:r>
                    </a:p>
                    <a:p>
                      <a:pPr>
                        <a:lnSpc>
                          <a:spcPts val="1600"/>
                        </a:lnSpc>
                        <a:spcAft>
                          <a:spcPts val="0"/>
                        </a:spcAft>
                        <a:defRPr sz="1200" b="0">
                          <a:solidFill>
                            <a:srgbClr val="21243A"/>
                          </a:solidFill>
                          <a:latin typeface="Arial"/>
                        </a:defRPr>
                      </a:pPr>
                      <a:r>
                        <a:t>with inconsistent thickness and length, fur texture uniformly hyper-detailed and</a:t>
                      </a:r>
                    </a:p>
                    <a:p>
                      <a:pPr>
                        <a:lnSpc>
                          <a:spcPts val="1600"/>
                        </a:lnSpc>
                        <a:spcAft>
                          <a:spcPts val="0"/>
                        </a:spcAft>
                        <a:defRPr sz="1200" b="0">
                          <a:solidFill>
                            <a:srgbClr val="21243A"/>
                          </a:solidFill>
                          <a:latin typeface="Arial"/>
                        </a:defRPr>
                      </a:pPr>
                      <a:r>
                        <a:t>'painted' across the face, with an overly regular tabby pattern, hat fits the cat's</a:t>
                      </a:r>
                    </a:p>
                    <a:p>
                      <a:pPr>
                        <a:lnSpc>
                          <a:spcPts val="1600"/>
                        </a:lnSpc>
                        <a:spcAft>
                          <a:spcPts val="0"/>
                        </a:spcAft>
                        <a:defRPr sz="1200" b="0">
                          <a:solidFill>
                            <a:srgbClr val="21243A"/>
                          </a:solidFill>
                          <a:latin typeface="Arial"/>
                        </a:defRPr>
                      </a:pPr>
                      <a:r>
                        <a:t>head perfectly with no deformation or visible support, typical of generated props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Ear anatomy ambiguous: folded ears appear to merge into the hat brim and head</a:t>
                      </a:r>
                    </a:p>
                    <a:p>
                      <a:pPr>
                        <a:lnSpc>
                          <a:spcPts val="1600"/>
                        </a:lnSpc>
                        <a:spcAft>
                          <a:spcPts val="0"/>
                        </a:spcAft>
                        <a:defRPr sz="1200" b="0">
                          <a:solidFill>
                            <a:srgbClr val="21243A"/>
                          </a:solidFill>
                          <a:latin typeface="Arial"/>
                        </a:defRPr>
                      </a:pPr>
                      <a:r>
                        <a:t>without a clear boundary</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Whiskers emerge from implausible origins (some from cheeks and neck, not only</a:t>
                      </a:r>
                    </a:p>
                    <a:p>
                      <a:pPr>
                        <a:lnSpc>
                          <a:spcPts val="1600"/>
                        </a:lnSpc>
                        <a:spcAft>
                          <a:spcPts val="0"/>
                        </a:spcAft>
                        <a:defRPr sz="1200" b="0">
                          <a:solidFill>
                            <a:srgbClr val="21243A"/>
                          </a:solidFill>
                          <a:latin typeface="Arial"/>
                        </a:defRPr>
                      </a:pPr>
                      <a:r>
                        <a:t>the muzzle pads) with inconsistent thickness and length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Fur texture uniformly hyper-detailed and 'painted' across the face, with an overly</a:t>
                      </a:r>
                    </a:p>
                    <a:p>
                      <a:pPr>
                        <a:lnSpc>
                          <a:spcPts val="1600"/>
                        </a:lnSpc>
                        <a:spcAft>
                          <a:spcPts val="0"/>
                        </a:spcAft>
                        <a:defRPr sz="1200" b="0">
                          <a:solidFill>
                            <a:srgbClr val="21243A"/>
                          </a:solidFill>
                          <a:latin typeface="Arial"/>
                        </a:defRPr>
                      </a:pPr>
                      <a:r>
                        <a:t>regular tabby pattern</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Hat fits the cat's head perfectly with no deformation or visible support, typical of</a:t>
                      </a:r>
                    </a:p>
                    <a:p>
                      <a:pPr>
                        <a:lnSpc>
                          <a:spcPts val="1600"/>
                        </a:lnSpc>
                        <a:spcAft>
                          <a:spcPts val="0"/>
                        </a:spcAft>
                        <a:defRPr sz="1200" b="0">
                          <a:solidFill>
                            <a:srgbClr val="21243A"/>
                          </a:solidFill>
                          <a:latin typeface="Arial"/>
                        </a:defRPr>
                      </a:pPr>
                      <a:r>
                        <a:t>generated props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Idealized 'golden hour' bokeh and rim lighting consistent with stylized</a:t>
                      </a:r>
                    </a:p>
                    <a:p>
                      <a:pPr>
                        <a:lnSpc>
                          <a:spcPts val="1600"/>
                        </a:lnSpc>
                        <a:spcAft>
                          <a:spcPts val="0"/>
                        </a:spcAft>
                        <a:defRPr sz="1200" b="0">
                          <a:solidFill>
                            <a:srgbClr val="21243A"/>
                          </a:solidFill>
                          <a:latin typeface="Arial"/>
                        </a:defRPr>
                      </a:pPr>
                      <a:r>
                        <a:t>text-to-image output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Eye reflections are glossy but generic and do not clearly correspond to the</a:t>
                      </a:r>
                    </a:p>
                    <a:p>
                      <a:pPr>
                        <a:lnSpc>
                          <a:spcPts val="1600"/>
                        </a:lnSpc>
                        <a:spcAft>
                          <a:spcPts val="0"/>
                        </a:spcAft>
                        <a:defRPr sz="1200" b="0">
                          <a:solidFill>
                            <a:srgbClr val="21243A"/>
                          </a:solidFill>
                          <a:latin typeface="Arial"/>
                        </a:defRPr>
                      </a:pPr>
                      <a:r>
                        <a:t>background light source</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464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Body and neck fur transition into a vague dark garment with an indistinct edge</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8138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compression-consistent sensor grain; smooth, noise-free tonal gradients</a:t>
                      </a:r>
                    </a:p>
                    <a:p>
                      <a:pPr>
                        <a:lnSpc>
                          <a:spcPts val="1600"/>
                        </a:lnSpc>
                        <a:spcAft>
                          <a:spcPts val="0"/>
                        </a:spcAft>
                        <a:defRPr sz="1200" b="0">
                          <a:solidFill>
                            <a:srgbClr val="21243A"/>
                          </a:solidFill>
                          <a:latin typeface="Arial"/>
                        </a:defRPr>
                      </a:pPr>
                      <a:r>
                        <a:t>throughout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3665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real photo of a cat wearing a hat is possible, and heavy retouching or</a:t>
                      </a:r>
                    </a:p>
                    <a:p>
                      <a:pPr>
                        <a:lnSpc>
                          <a:spcPts val="1600"/>
                        </a:lnSpc>
                        <a:spcAft>
                          <a:spcPts val="0"/>
                        </a:spcAft>
                        <a:defRPr sz="1200" b="0">
                          <a:solidFill>
                            <a:srgbClr val="21243A"/>
                          </a:solidFill>
                          <a:latin typeface="Arial"/>
                        </a:defRPr>
                      </a:pPr>
                      <a:r>
                        <a:t>upscaling can mimic generative artifacts. Metadata, C2PA/provenance data, and a</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reverse-image search should be checked before relying on this assessment.</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Chest fur forms unusually broad, sculpted</a:t>
                      </a:r>
                    </a:p>
                    <a:p>
                      <a:pPr>
                        <a:lnSpc>
                          <a:spcPts val="1600"/>
                        </a:lnSpc>
                        <a:spcAft>
                          <a:spcPts val="0"/>
                        </a:spcAft>
                        <a:defRPr sz="1200" b="0">
                          <a:solidFill>
                            <a:srgbClr val="21243A"/>
                          </a:solidFill>
                          <a:latin typeface="Arial"/>
                        </a:defRPr>
                      </a:pPr>
                      <a:r>
                        <a:t>clumps compared with the fine facial fur, Several whiskers have angular bends</a:t>
                      </a:r>
                    </a:p>
                    <a:p>
                      <a:pPr>
                        <a:lnSpc>
                          <a:spcPts val="1600"/>
                        </a:lnSpc>
                        <a:spcAft>
                          <a:spcPts val="0"/>
                        </a:spcAft>
                        <a:defRPr sz="1200" b="0">
                          <a:solidFill>
                            <a:srgbClr val="21243A"/>
                          </a:solidFill>
                          <a:latin typeface="Arial"/>
                        </a:defRPr>
                      </a:pPr>
                      <a:r>
                        <a:t>and uneven thickness, Highly regular facial detailing and unusually smooth,</a:t>
                      </a:r>
                    </a:p>
                    <a:p>
                      <a:pPr>
                        <a:lnSpc>
                          <a:spcPts val="1600"/>
                        </a:lnSpc>
                        <a:spcAft>
                          <a:spcPts val="0"/>
                        </a:spcAft>
                        <a:defRPr sz="1200" b="0">
                          <a:solidFill>
                            <a:srgbClr val="21243A"/>
                          </a:solidFill>
                          <a:latin typeface="Arial"/>
                        </a:defRPr>
                      </a:pPr>
                      <a:r>
                        <a:t>uniform iris textures, Hat brim and partly concealed ears have ambiguous contact</a:t>
                      </a:r>
                    </a:p>
                    <a:p>
                      <a:pPr>
                        <a:lnSpc>
                          <a:spcPts val="1600"/>
                        </a:lnSpc>
                        <a:spcAft>
                          <a:spcPts val="0"/>
                        </a:spcAft>
                        <a:defRPr sz="1200" b="0">
                          <a:solidFill>
                            <a:srgbClr val="21243A"/>
                          </a:solidFill>
                          <a:latin typeface="Arial"/>
                        </a:defRPr>
                      </a:pPr>
                      <a:r>
                        <a:t>geometry</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Chest fur forms unusually broad, sculpted clumps compared with the fine facial fur</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Several whiskers have angular bends and uneven thickness</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Highly regular facial detailing and unusually smooth, uniform iris textures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Hat brim and partly concealed ears have ambiguous contact geometry</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warm rim lighting and plausible background blur provide some</a:t>
                      </a:r>
                    </a:p>
                    <a:p>
                      <a:pPr>
                        <a:lnSpc>
                          <a:spcPts val="1600"/>
                        </a:lnSpc>
                        <a:spcAft>
                          <a:spcPts val="0"/>
                        </a:spcAft>
                        <a:defRPr sz="1200" b="0">
                          <a:solidFill>
                            <a:srgbClr val="21243A"/>
                          </a:solidFill>
                          <a:latin typeface="Arial"/>
                        </a:defRPr>
                      </a:pPr>
                      <a:r>
                        <a:t>photographic cues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Stylized photography and sharpening can produce similar textures; the</a:t>
                      </a:r>
                    </a:p>
                    <a:p>
                      <a:pPr>
                        <a:lnSpc>
                          <a:spcPts val="1600"/>
                        </a:lnSpc>
                        <a:spcAft>
                          <a:spcPts val="0"/>
                        </a:spcAft>
                        <a:defRPr sz="1200" b="0">
                          <a:solidFill>
                            <a:srgbClr val="21243A"/>
                          </a:solidFill>
                          <a:latin typeface="Arial"/>
                        </a:defRPr>
                      </a:pPr>
                      <a:r>
                        <a:t>original file and provenance are needed to distinguish generation from</a:t>
                      </a:r>
                    </a:p>
                    <a:p>
                      <a:pPr>
                        <a:lnSpc>
                          <a:spcPts val="1600"/>
                        </a:lnSpc>
                        <a:spcAft>
                          <a:spcPts val="0"/>
                        </a:spcAft>
                        <a:defRPr sz="1200" b="0">
                          <a:solidFill>
                            <a:srgbClr val="21243A"/>
                          </a:solidFill>
                          <a:latin typeface="Arial"/>
                        </a:defRPr>
                      </a:pPr>
                      <a:r>
                        <a:t>photography or editing.</a:t>
                      </a:r>
                    </a:p>
                  </a:txBody>
                  <a:tcPr marL="82296" marR="82296" marT="64008" marB="64008">
                    <a:solidFill>
                      <a:srgbClr val="F1F7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75/100; tells: implausible ear anatomy under hat brim,</a:t>
                      </a:r>
                    </a:p>
                    <a:p>
                      <a:pPr>
                        <a:lnSpc>
                          <a:spcPts val="1600"/>
                        </a:lnSpc>
                        <a:spcAft>
                          <a:spcPts val="0"/>
                        </a:spcAft>
                        <a:defRPr sz="1200" b="0">
                          <a:solidFill>
                            <a:srgbClr val="21243A"/>
                          </a:solidFill>
                          <a:latin typeface="Arial"/>
                        </a:defRPr>
                      </a:pPr>
                      <a:r>
                        <a:t>hyper-smooth rendering of fur and felt texture, unnatural symmetry in whisker</a:t>
                      </a:r>
                    </a:p>
                    <a:p>
                      <a:pPr>
                        <a:lnSpc>
                          <a:spcPts val="1600"/>
                        </a:lnSpc>
                        <a:spcAft>
                          <a:spcPts val="0"/>
                        </a:spcAft>
                        <a:defRPr sz="1200" b="0">
                          <a:solidFill>
                            <a:srgbClr val="21243A"/>
                          </a:solidFill>
                          <a:latin typeface="Arial"/>
                        </a:defRPr>
                      </a:pPr>
                      <a:r>
                        <a:t>and facial layout, diffuse artificial lighting effects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Implausible ear anatomy under hat brim</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Hyper-smooth rendering of fur and felt texture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Unnatural symmetry in whisker and facial layout</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Diffuse artificial lighting effects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High-quality digital art or photo manipulation can occasionally mimic</a:t>
                      </a:r>
                    </a:p>
                    <a:p>
                      <a:pPr>
                        <a:lnSpc>
                          <a:spcPts val="1600"/>
                        </a:lnSpc>
                        <a:spcAft>
                          <a:spcPts val="0"/>
                        </a:spcAft>
                        <a:defRPr sz="1200" b="0">
                          <a:solidFill>
                            <a:srgbClr val="21243A"/>
                          </a:solidFill>
                          <a:latin typeface="Arial"/>
                        </a:defRPr>
                      </a:pPr>
                      <a:r>
                        <a:t>diffusion model artifacts.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Adobe_Firefly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Adobe Inc.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Adobe_Firefly; actions: c2pa.created.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yes.</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timeStamp.trusted</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1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47/100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1.0, peak 26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3.58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32.99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90/100; tells: ear anatomy ambiguous: folded ears appear to</a:t>
                      </a:r>
                    </a:p>
                    <a:p>
                      <a:pPr>
                        <a:lnSpc>
                          <a:spcPts val="1600"/>
                        </a:lnSpc>
                        <a:spcAft>
                          <a:spcPts val="0"/>
                        </a:spcAft>
                        <a:defRPr sz="1200" b="0">
                          <a:solidFill>
                            <a:srgbClr val="21243A"/>
                          </a:solidFill>
                          <a:latin typeface="Arial"/>
                        </a:defRPr>
                      </a:pPr>
                      <a:r>
                        <a:t>merge into the hat brim and head without a clear boundary, whiskers emerge</a:t>
                      </a:r>
                    </a:p>
                    <a:p>
                      <a:pPr>
                        <a:lnSpc>
                          <a:spcPts val="1600"/>
                        </a:lnSpc>
                        <a:spcAft>
                          <a:spcPts val="0"/>
                        </a:spcAft>
                        <a:defRPr sz="1200" b="0">
                          <a:solidFill>
                            <a:srgbClr val="21243A"/>
                          </a:solidFill>
                          <a:latin typeface="Arial"/>
                        </a:defRPr>
                      </a:pPr>
                      <a:r>
                        <a:t>from implausible origins (some from cheeks and neck, not only the muzzle pads)</a:t>
                      </a:r>
                    </a:p>
                    <a:p>
                      <a:pPr>
                        <a:lnSpc>
                          <a:spcPts val="1600"/>
                        </a:lnSpc>
                        <a:spcAft>
                          <a:spcPts val="0"/>
                        </a:spcAft>
                        <a:defRPr sz="1200" b="0">
                          <a:solidFill>
                            <a:srgbClr val="21243A"/>
                          </a:solidFill>
                          <a:latin typeface="Arial"/>
                        </a:defRPr>
                      </a:pPr>
                      <a:r>
                        <a:t>with inconsistent thickness and length, fur texture uniformly hyper-detailed and</a:t>
                      </a:r>
                    </a:p>
                    <a:p>
                      <a:pPr>
                        <a:lnSpc>
                          <a:spcPts val="1600"/>
                        </a:lnSpc>
                        <a:spcAft>
                          <a:spcPts val="0"/>
                        </a:spcAft>
                        <a:defRPr sz="1200" b="0">
                          <a:solidFill>
                            <a:srgbClr val="21243A"/>
                          </a:solidFill>
                          <a:latin typeface="Arial"/>
                        </a:defRPr>
                      </a:pPr>
                      <a:r>
                        <a:t>'painted' across the face, with an overly regular tabby pattern, hat fits the cat's</a:t>
                      </a:r>
                    </a:p>
                    <a:p>
                      <a:pPr>
                        <a:lnSpc>
                          <a:spcPts val="1600"/>
                        </a:lnSpc>
                        <a:spcAft>
                          <a:spcPts val="0"/>
                        </a:spcAft>
                        <a:defRPr sz="1200" b="0">
                          <a:solidFill>
                            <a:srgbClr val="21243A"/>
                          </a:solidFill>
                          <a:latin typeface="Arial"/>
                        </a:defRPr>
                      </a:pPr>
                      <a:r>
                        <a:t>head perfectly with no deformation or visible support, typical of generated props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Chest fur forms unusually broad, sculpted</a:t>
                      </a:r>
                    </a:p>
                    <a:p>
                      <a:pPr>
                        <a:lnSpc>
                          <a:spcPts val="1600"/>
                        </a:lnSpc>
                        <a:spcAft>
                          <a:spcPts val="0"/>
                        </a:spcAft>
                        <a:defRPr sz="1200" b="0">
                          <a:solidFill>
                            <a:srgbClr val="21243A"/>
                          </a:solidFill>
                          <a:latin typeface="Arial"/>
                        </a:defRPr>
                      </a:pPr>
                      <a:r>
                        <a:t>clumps compared with the fine facial fur, Several whiskers have angular bends</a:t>
                      </a:r>
                    </a:p>
                    <a:p>
                      <a:pPr>
                        <a:lnSpc>
                          <a:spcPts val="1600"/>
                        </a:lnSpc>
                        <a:spcAft>
                          <a:spcPts val="0"/>
                        </a:spcAft>
                        <a:defRPr sz="1200" b="0">
                          <a:solidFill>
                            <a:srgbClr val="21243A"/>
                          </a:solidFill>
                          <a:latin typeface="Arial"/>
                        </a:defRPr>
                      </a:pPr>
                      <a:r>
                        <a:t>and uneven thickness, Highly regular facial detailing and unusually smooth,</a:t>
                      </a:r>
                    </a:p>
                    <a:p>
                      <a:pPr>
                        <a:lnSpc>
                          <a:spcPts val="1600"/>
                        </a:lnSpc>
                        <a:spcAft>
                          <a:spcPts val="0"/>
                        </a:spcAft>
                        <a:defRPr sz="1200" b="0">
                          <a:solidFill>
                            <a:srgbClr val="21243A"/>
                          </a:solidFill>
                          <a:latin typeface="Arial"/>
                        </a:defRPr>
                      </a:pPr>
                      <a:r>
                        <a:t>uniform iris textures, Hat brim and partly concealed ears have ambiguous contact</a:t>
                      </a:r>
                    </a:p>
                    <a:p>
                      <a:pPr>
                        <a:lnSpc>
                          <a:spcPts val="1600"/>
                        </a:lnSpc>
                        <a:spcAft>
                          <a:spcPts val="0"/>
                        </a:spcAft>
                        <a:defRPr sz="1200" b="0">
                          <a:solidFill>
                            <a:srgbClr val="21243A"/>
                          </a:solidFill>
                          <a:latin typeface="Arial"/>
                        </a:defRPr>
                      </a:pPr>
                      <a:r>
                        <a:t>geometry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75/100; tells: implausible ear anatomy under hat brim,</a:t>
                      </a:r>
                    </a:p>
                    <a:p>
                      <a:pPr>
                        <a:lnSpc>
                          <a:spcPts val="1600"/>
                        </a:lnSpc>
                        <a:spcAft>
                          <a:spcPts val="0"/>
                        </a:spcAft>
                        <a:defRPr sz="1200" b="0">
                          <a:solidFill>
                            <a:srgbClr val="21243A"/>
                          </a:solidFill>
                          <a:latin typeface="Arial"/>
                        </a:defRPr>
                      </a:pPr>
                      <a:r>
                        <a:t>hyper-smooth rendering of fur and felt texture, unnatural symmetry in whisker</a:t>
                      </a:r>
                    </a:p>
                    <a:p>
                      <a:pPr>
                        <a:lnSpc>
                          <a:spcPts val="1600"/>
                        </a:lnSpc>
                        <a:spcAft>
                          <a:spcPts val="0"/>
                        </a:spcAft>
                        <a:defRPr sz="1200" b="0">
                          <a:solidFill>
                            <a:srgbClr val="21243A"/>
                          </a:solidFill>
                          <a:latin typeface="Arial"/>
                        </a:defRPr>
                      </a:pPr>
                      <a:r>
                        <a:t>and facial layout, diffuse artificial lighting effects</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animal-portrait.jpg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e661b59d-245a-45f7-84ad-51f4402efb24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2026-09-26T22:31:02+00:00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bdc5c19d4211d9c9f9f8dce5bf4e4dec29e9b32e308ff12a60979481e928154f</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