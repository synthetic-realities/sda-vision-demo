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illustration-2.png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Assessment summary</a:t>
            </a:r>
          </a:p>
          <a:p>
            <a:r>
              <a:t>Finding | Leaning synthetic</a:t>
            </a:r>
          </a:p>
          <a:p>
            <a:r>
              <a:t>Recorded verdict | synthetic likely</a:t>
            </a:r>
          </a:p>
          <a:p>
            <a:r>
              <a:t>Confidence | high</a:t>
            </a:r>
          </a:p>
          <a:p>
            <a:r>
              <a:t>Indicative rating | 85/100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overview</a:t>
            </a:r>
          </a:p>
          <a:p>
            <a:r>
              <a:t>Claude Vision | vision / ok | synthetic likely | 88/100</a:t>
            </a:r>
          </a:p>
          <a:p>
            <a:r>
              <a:t>OpenAI Vision | vision / ok | synthetic likely | 85/100</a:t>
            </a:r>
          </a:p>
          <a:p>
            <a:r>
              <a:t>Gemini Vision | vision / ok | synthetic likely | 72/100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88/100; tells: garbled secondary text on props: 'ULTRA-PATCAI' on raised bottle, 'REMEDV' on jar, 'Buu' on picket sign, picket sign text is repetitive and semantically incoherent ('Chloe Dubois Buy Chloe'), poster is held by two people's hands yet also rests on an easel, which is physically redundant, homogeneous glossy digital-comic rendering with uniform line weight and soft airbrushed shading typical of diffusion image models</a:t>
            </a:r>
          </a:p>
          <a:p>
            <a:r>
              <a:t>Evidence 1 | Garbled secondary text on props: 'ULTRA-PATCAI' on raised bottle, 'REMEDV' on jar, 'Buu' on picket sign</a:t>
            </a:r>
          </a:p>
          <a:p>
            <a:r>
              <a:t>Evidence 2 | Picket sign text is repetitive and semantically incoherent ('Chloe Dubois Buy Chloe')</a:t>
            </a:r>
          </a:p>
          <a:p>
            <a:r>
              <a:t>Evidence 3 | Poster is held by two people's hands yet also rests on an easel, which is physically redundant</a:t>
            </a:r>
          </a:p>
          <a:p>
            <a:r>
              <a:t>Evidence 4 | Homogeneous glossy digital-comic rendering with uniform line weight and soft airbrushed shading typical of diffusion image models</a:t>
            </a:r>
          </a:p>
          <a:p>
            <a:r>
              <a:t>Evidence 5 | Large crowd of stylistically similar, idealized faces with consistent generic features</a:t>
            </a:r>
          </a:p>
          <a:p>
            <a:r>
              <a:t>Evidence 6 | Clean, legible speech-bubble text contrasted with degraded prop text, consistent with modern text-capable generators or later overlay</a:t>
            </a:r>
          </a:p>
          <a:p>
            <a:r>
              <a:t>Evidence 7 | 'EMERGENCY' sign cut off at the building edge in an unnatural way</a:t>
            </a:r>
          </a:p>
          <a:p>
            <a:r>
              <a:t>Evidence 8 | Flat SDA logo box that appears to be a post-hoc overlay</a:t>
            </a:r>
          </a:p>
          <a:p>
            <a:r>
              <a:t>Evidence 9 | No camera signals: no sensor noise, lens optics or photographic lighting (illustration medium)</a:t>
            </a:r>
          </a:p>
          <a:p>
            <a:r>
              <a:t>Evidence 10 | Caveat: This is an illustration, not a photo. Human artists and AI both produce this style, so the rating rests mainly on garbled prop text and composition quirks. The speech bubbles and logo may have been added separately. Check provenance metadata and C2PA credentials if available, and verify whether 'Chloe Dubois' refers to a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88/100; tells: garbled secondary text on props: 'ULTRA-PATCAI' on raised bottle, 'REMEDV' on jar, 'Buu' on picket sign, picket sign text is repetitive and semantically incoherent ('Chloe Dubois Buy Chloe'), poster is held by two people's hands yet also rests on an easel, which is physically redundant, homogeneous glossy digital-comic rendering with uniform line weight and soft airbrushed shading typical of diffusion image models</a:t>
            </a:r>
          </a:p>
          <a:p>
            <a:r>
              <a:t>Evidence 1 | Garbled secondary text on props: 'ULTRA-PATCAI' on raised bottle, 'REMEDV' on jar, 'Buu' on picket sign</a:t>
            </a:r>
          </a:p>
          <a:p>
            <a:r>
              <a:t>Evidence 2 | Picket sign text is repetitive and semantically incoherent ('Chloe Dubois Buy Chloe')</a:t>
            </a:r>
          </a:p>
          <a:p>
            <a:r>
              <a:t>Evidence 3 | Poster is held by two people's hands yet also rests on an easel, which is physically redundant</a:t>
            </a:r>
          </a:p>
          <a:p>
            <a:r>
              <a:t>Evidence 4 | Homogeneous glossy digital-comic rendering with uniform line weight and soft airbrushed shading typical of diffusion image models</a:t>
            </a:r>
          </a:p>
          <a:p>
            <a:r>
              <a:t>Evidence 5 | Large crowd of stylistically similar, idealized faces with consistent generic features</a:t>
            </a:r>
          </a:p>
          <a:p>
            <a:r>
              <a:t>Evidence 6 | Clean, legible speech-bubble text contrasted with degraded prop text, consistent with modern text-capable generators or later overlay</a:t>
            </a:r>
          </a:p>
          <a:p>
            <a:r>
              <a:t>Evidence 7 | 'EMERGENCY' sign cut off at the building edge in an unnatural way</a:t>
            </a:r>
          </a:p>
          <a:p>
            <a:r>
              <a:t>Evidence 8 | Flat SDA logo box that appears to be a post-hoc overlay</a:t>
            </a:r>
          </a:p>
          <a:p>
            <a:r>
              <a:t>Evidence 9 | No camera signals: no sensor noise, lens optics or photographic lighting (illustration medium)</a:t>
            </a:r>
          </a:p>
          <a:p>
            <a:r>
              <a:t>Evidence 10 | Caveat: This is an illustration, not a photo. Human artists and AI both produce this style, so the rating rests mainly on garbled prop text and composition quirks. The speech bubbles and logo may have been added separately. Check provenance metadata and C2PA credentials if available, and verify whether 'Chloe Dubois' refers to a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88/100; tells: garbled secondary text on props: 'ULTRA-PATCAI' on raised bottle, 'REMEDV' on jar, 'Buu' on picket sign, picket sign text is repetitive and semantically incoherent ('Chloe Dubois Buy Chloe'), poster is held by two people's hands yet also rests on an easel, which is physically redundant, homogeneous glossy digital-comic rendering with uniform line weight and soft airbrushed shading typical of diffusion image models</a:t>
            </a:r>
          </a:p>
          <a:p>
            <a:r>
              <a:t>Evidence 1 | Garbled secondary text on props: 'ULTRA-PATCAI' on raised bottle, 'REMEDV' on jar, 'Buu' on picket sign</a:t>
            </a:r>
          </a:p>
          <a:p>
            <a:r>
              <a:t>Evidence 2 | Picket sign text is repetitive and semantically incoherent ('Chloe Dubois Buy Chloe')</a:t>
            </a:r>
          </a:p>
          <a:p>
            <a:r>
              <a:t>Evidence 3 | Poster is held by two people's hands yet also rests on an easel, which is physically redundant</a:t>
            </a:r>
          </a:p>
          <a:p>
            <a:r>
              <a:t>Evidence 4 | Homogeneous glossy digital-comic rendering with uniform line weight and soft airbrushed shading typical of diffusion image models</a:t>
            </a:r>
          </a:p>
          <a:p>
            <a:r>
              <a:t>Evidence 5 | Large crowd of stylistically similar, idealized faces with consistent generic features</a:t>
            </a:r>
          </a:p>
          <a:p>
            <a:r>
              <a:t>Evidence 6 | Clean, legible speech-bubble text contrasted with degraded prop text, consistent with modern text-capable generators or later overlay</a:t>
            </a:r>
          </a:p>
          <a:p>
            <a:r>
              <a:t>Evidence 7 | 'EMERGENCY' sign cut off at the building edge in an unnatural way</a:t>
            </a:r>
          </a:p>
          <a:p>
            <a:r>
              <a:t>Evidence 8 | Flat SDA logo box that appears to be a post-hoc overlay</a:t>
            </a:r>
          </a:p>
          <a:p>
            <a:r>
              <a:t>Evidence 9 | No camera signals: no sensor noise, lens optics or photographic lighting (illustration medium)</a:t>
            </a:r>
          </a:p>
          <a:p>
            <a:r>
              <a:t>Evidence 10 | Caveat: This is an illustration, not a photo. Human artists and AI both produce this style, so the rating rests mainly on garbled prop text and composition quirks. The speech bubbles and logo may have been added separately. Check provenance metadata and C2PA credentials if available, and verify whether 'Chloe Dubois' refers to a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85/100; tells: Bottle-gripping fingers have crowded, irregular contours and ambiguous joins to wrists., The small placard repeats the name in the awkward sequence 'Chloe Dubois Buu Chloe'., Uniform glossy facial shading and densely repeated hair contours across the illustrated crowd., Some hands and arms overlap props with unclear anatomical connections.</a:t>
            </a:r>
          </a:p>
          <a:p>
            <a:r>
              <a:t>Evidence 1 | Bottle-gripping fingers have crowded, irregular contours and ambiguous joins to wrists.</a:t>
            </a:r>
          </a:p>
          <a:p>
            <a:r>
              <a:t>Evidence 2 | The small placard repeats the name in the awkward sequence 'Chloe Dubois Buu Chloe'.</a:t>
            </a:r>
          </a:p>
          <a:p>
            <a:r>
              <a:t>Evidence 3 | Uniform glossy facial shading and densely repeated hair contours across the illustrated crowd.</a:t>
            </a:r>
          </a:p>
          <a:p>
            <a:r>
              <a:t>Evidence 4 | Some hands and arms overlap props with unclear anatomical connections.</a:t>
            </a:r>
          </a:p>
          <a:p>
            <a:r>
              <a:t>Evidence 5 | Caveat: This is a digital illustration; stylization and manual compositing can mimic generation artifacts, so AI origin requires provenance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85/100; tells: Bottle-gripping fingers have crowded, irregular contours and ambiguous joins to wrists., The small placard repeats the name in the awkward sequence 'Chloe Dubois Buu Chloe'., Uniform glossy facial shading and densely repeated hair contours across the illustrated crowd., Some hands and arms overlap props with unclear anatomical connections.</a:t>
            </a:r>
          </a:p>
          <a:p>
            <a:r>
              <a:t>Evidence 1 | Bottle-gripping fingers have crowded, irregular contours and ambiguous joins to wrists.</a:t>
            </a:r>
          </a:p>
          <a:p>
            <a:r>
              <a:t>Evidence 2 | The small placard repeats the name in the awkward sequence 'Chloe Dubois Buu Chloe'.</a:t>
            </a:r>
          </a:p>
          <a:p>
            <a:r>
              <a:t>Evidence 3 | Uniform glossy facial shading and densely repeated hair contours across the illustrated crowd.</a:t>
            </a:r>
          </a:p>
          <a:p>
            <a:r>
              <a:t>Evidence 4 | Some hands and arms overlap props with unclear anatomical connections.</a:t>
            </a:r>
          </a:p>
          <a:p>
            <a:r>
              <a:t>Evidence 5 | Caveat: This is a digital illustration; stylization and manual compositing can mimic generation artifacts, so AI origin requires provenance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comic illustration style, characteristic generative AI linework consistency, overly smooth shading on faces and hair, inconsistencies in minor background details</a:t>
            </a:r>
          </a:p>
          <a:p>
            <a:r>
              <a:t>Evidence 1 | Stylized digital comic illustration style</a:t>
            </a:r>
          </a:p>
          <a:p>
            <a:r>
              <a:t>Evidence 2 | Characteristic generative AI linework consistency</a:t>
            </a:r>
          </a:p>
          <a:p>
            <a:r>
              <a:t>Evidence 3 | Overly smooth shading on faces and hair</a:t>
            </a:r>
          </a:p>
          <a:p>
            <a:r>
              <a:t>Evidence 4 | Inconsistencies in minor background details</a:t>
            </a:r>
          </a:p>
          <a:p>
            <a:r>
              <a:t>Evidence 5 | Caveat: Standard digital illustration techniques can closely mimic AI-generated comic and vector aesthetics.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comic illustration style, characteristic generative AI linework consistency, overly smooth shading on faces and hair, inconsistencies in minor background details</a:t>
            </a:r>
          </a:p>
          <a:p>
            <a:r>
              <a:t>Evidence 1 | Stylized digital comic illustration style</a:t>
            </a:r>
          </a:p>
          <a:p>
            <a:r>
              <a:t>Evidence 2 | Characteristic generative AI linework consistency</a:t>
            </a:r>
          </a:p>
          <a:p>
            <a:r>
              <a:t>Evidence 3 | Overly smooth shading on faces and hair</a:t>
            </a:r>
          </a:p>
          <a:p>
            <a:r>
              <a:t>Evidence 4 | Inconsistencies in minor background details</a:t>
            </a:r>
          </a:p>
          <a:p>
            <a:r>
              <a:t>Evidence 5 | Caveat: Standard digital illustration techniques can closely mimic AI-generated comic and vector aesthetics.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1.4, peak 24 (uniform high ELA can indicate generation/heavy edit).</a:t>
            </a:r>
          </a:p>
          <a:p>
            <a:r>
              <a:t>Evidence 3 | High-frequency noise std 14.26 (very low/very uniform noise is a synthesis cue).</a:t>
            </a:r>
          </a:p>
          <a:p>
            <a:r>
              <a:t>Evidence 4 | Spectral peakiness 13.87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Evidence supporting this verdict</a:t>
            </a:r>
          </a:p>
          <a:p>
            <a:r>
              <a:t>Claude Vision | synthetic likelihood 88/100; tells: garbled secondary text on props: 'ULTRA-PATCAI' on raised bottle, 'REMEDV' on jar, 'Buu' on picket sign, picket sign text is repetitive and semantically incoherent ('Chloe Dubois Buy Chloe'), poster is held by two people's hands yet also rests on an easel, which is physically redundant, homogeneous glossy digital-comic rendering with uniform line weight and soft airbrushed shading typical of diffusion image models</a:t>
            </a:r>
          </a:p>
          <a:p>
            <a:r>
              <a:t>OpenAI Vision | synthetic likelihood 85/100; tells: Bottle-gripping fingers have crowded, irregular contours and ambiguous joins to wrists., The small placard repeats the name in the awkward sequence 'Chloe Dubois Buu Chloe'., Uniform glossy facial shading and densely repeated hair contours across the illustrated crowd., Some hands and arms overlap props with unclear anatomical connections.</a:t>
            </a:r>
          </a:p>
          <a:p>
            <a:r>
              <a:t>Gemini Vision | synthetic likelihood 72/100; tells: stylized digital comic illustration style, characteristic generative AI linework consistency, overly smooth shading on faces and hair, inconsistencies in minor background details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Additional findings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Visible text</a:t>
            </a:r>
          </a:p>
          <a:p>
            <a:r>
              <a:t>Recorded text | Chloe Dubois is suffering “side effects”! Our unique detox patches are the ONLY answer! Buy them now! The true cure! | STOP YOUR DANGEROUS LIES! Chloe is healthy and pro-vaccine! Vaccines are proven safe! | The only “injury” is your grift! Our public health is not for sale. Science Defends All! | HOSPITAL | EMERGENCY | Chloe Dubois Buu Chloe | ULTRA-PATCAI | ULTRA-PATCH | CHLOE-CLEANSE | REMEDV | VACCINE FACTS | CHLOE DUBOIS | SDA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File and analysis record</a:t>
            </a:r>
          </a:p>
          <a:p>
            <a:r>
              <a:t>File | illustration-2.png</a:t>
            </a:r>
          </a:p>
          <a:p>
            <a:r>
              <a:t>Analysis ID | 00b728bf-05b0-4ff7-98de-2a330c657fdf</a:t>
            </a:r>
          </a:p>
          <a:p>
            <a:r>
              <a:t>Generated | 2026-09-26T17:54:46+00:00</a:t>
            </a:r>
          </a:p>
          <a:p>
            <a:r>
              <a:t>Tool | SDA Vision 0.1.0</a:t>
            </a:r>
          </a:p>
          <a:p>
            <a:r>
              <a:t>Models | claude-opus-5-5, gemini-3.8-flash, gpt-6-astra</a:t>
            </a:r>
          </a:p>
          <a:p>
            <a:r>
              <a:t>Method version | verdict-consistency-2026-09-26.1</a:t>
            </a:r>
          </a:p>
          <a:p>
            <a:r>
              <a:t>Analysis lens | general</a:t>
            </a:r>
          </a:p>
          <a:p>
            <a:r>
              <a:t>Original SHA-256 | 6693be931db5fb33a8cacfae382bf3bc79fc23b0d9f8e967015a663688d8c8f5</a:t>
            </a:r>
          </a:p>
          <a:p>
            <a:r>
              <a:t>Ingestion note 1 | Recomputed locally from the same saved provider replies acquired under run five-examples-20260926-r1. No new provider requests. Original report 6ea1656c-14d6-4257-bf8c-ed1a698f7865 was generated at 2026-09-26T17:38:40+00:00 under method publication-repair-2026-09-24.3; that report is preserved.</a:t>
            </a:r>
          </a:p>
          <a:p>
            <a:r>
              <a:t>Ingestion note 2 | Method verdict-consistency-2026-09-26.1: directional model votes require matching explicit verdicts and rating thresholds. Inconclusive replies retain their ratings and remain undecided observations.</a:t>
            </a:r>
          </a:p>
          <a:p>
            <a:r>
              <a:t>Ingestion note 3 | Presentation copy of saved report bced0e9e-ff82-4c4a-82bc-404c08a9a212. The descriptive filename replaces the earlier example ID for navigation. Original analysis dates, provider replies, scores and acquisition context are retained; no new model analysis.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illustration-2.png</a:t>
            </a:r>
          </a:p>
          <a:p>
            <a:r>
              <a:t>File and analysis record</a:t>
            </a:r>
          </a:p>
          <a:p>
            <a:r>
              <a:t>File | illustration-2.png</a:t>
            </a:r>
          </a:p>
          <a:p>
            <a:r>
              <a:t>Analysis ID | 00b728bf-05b0-4ff7-98de-2a330c657fdf</a:t>
            </a:r>
          </a:p>
          <a:p>
            <a:r>
              <a:t>Generated | 2026-09-26T17:54:46+00:00</a:t>
            </a:r>
          </a:p>
          <a:p>
            <a:r>
              <a:t>Tool | SDA Vision 0.1.0</a:t>
            </a:r>
          </a:p>
          <a:p>
            <a:r>
              <a:t>Models | claude-opus-5-5, gemini-3.8-flash, gpt-6-astra</a:t>
            </a:r>
          </a:p>
          <a:p>
            <a:r>
              <a:t>Method version | verdict-consistency-2026-09-26.1</a:t>
            </a:r>
          </a:p>
          <a:p>
            <a:r>
              <a:t>Analysis lens | general</a:t>
            </a:r>
          </a:p>
          <a:p>
            <a:r>
              <a:t>Original SHA-256 | 6693be931db5fb33a8cacfae382bf3bc79fc23b0d9f8e967015a663688d8c8f5</a:t>
            </a:r>
          </a:p>
          <a:p>
            <a:r>
              <a:t>Ingestion note 1 | Recomputed locally from the same saved provider replies acquired under run five-examples-20260926-r1. No new provider requests. Original report 6ea1656c-14d6-4257-bf8c-ed1a698f7865 was generated at 2026-09-26T17:38:40+00:00 under method publication-repair-2026-09-24.3; that report is preserved.</a:t>
            </a:r>
          </a:p>
          <a:p>
            <a:r>
              <a:t>Ingestion note 2 | Method verdict-consistency-2026-09-26.1: directional model votes require matching explicit verdicts and rating thresholds. Inconclusive replies retain their ratings and remain undecided observations.</a:t>
            </a:r>
          </a:p>
          <a:p>
            <a:r>
              <a:t>Ingestion note 3 | Presentation copy of saved report bced0e9e-ff82-4c4a-82bc-404c08a9a212. The descriptive filename replaces the earlier example ID for navigation. Original analysis dates, provider replies, scores and acquisition context are retained; no new model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923408" y="1353312"/>
            <a:ext cx="7297182"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illustration-2.png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85/100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85/100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88/100; tells: garbled secondary text on props: 'ULTRA-PATCAI'</a:t>
                      </a:r>
                    </a:p>
                    <a:p>
                      <a:pPr>
                        <a:lnSpc>
                          <a:spcPts val="1600"/>
                        </a:lnSpc>
                        <a:spcAft>
                          <a:spcPts val="0"/>
                        </a:spcAft>
                        <a:defRPr sz="1200" b="0">
                          <a:solidFill>
                            <a:srgbClr val="21243A"/>
                          </a:solidFill>
                          <a:latin typeface="Arial"/>
                        </a:defRPr>
                      </a:pPr>
                      <a:r>
                        <a:t>on raised bottle, 'REMEDV' on jar, 'Buu' on picket sign, picket sign text is repetitive</a:t>
                      </a:r>
                    </a:p>
                    <a:p>
                      <a:pPr>
                        <a:lnSpc>
                          <a:spcPts val="1600"/>
                        </a:lnSpc>
                        <a:spcAft>
                          <a:spcPts val="0"/>
                        </a:spcAft>
                        <a:defRPr sz="1200" b="0">
                          <a:solidFill>
                            <a:srgbClr val="21243A"/>
                          </a:solidFill>
                          <a:latin typeface="Arial"/>
                        </a:defRPr>
                      </a:pPr>
                      <a:r>
                        <a:t>and semantically incoherent ('Chloe Dubois Buy Chloe'), poster is held by two</a:t>
                      </a:r>
                    </a:p>
                    <a:p>
                      <a:pPr>
                        <a:lnSpc>
                          <a:spcPts val="1600"/>
                        </a:lnSpc>
                        <a:spcAft>
                          <a:spcPts val="0"/>
                        </a:spcAft>
                        <a:defRPr sz="1200" b="0">
                          <a:solidFill>
                            <a:srgbClr val="21243A"/>
                          </a:solidFill>
                          <a:latin typeface="Arial"/>
                        </a:defRPr>
                      </a:pPr>
                      <a:r>
                        <a:t>people's hands yet also rests on an easel, which is physically redundant,</a:t>
                      </a:r>
                    </a:p>
                    <a:p>
                      <a:pPr>
                        <a:lnSpc>
                          <a:spcPts val="1600"/>
                        </a:lnSpc>
                        <a:spcAft>
                          <a:spcPts val="0"/>
                        </a:spcAft>
                        <a:defRPr sz="1200" b="0">
                          <a:solidFill>
                            <a:srgbClr val="21243A"/>
                          </a:solidFill>
                          <a:latin typeface="Arial"/>
                        </a:defRPr>
                      </a:pPr>
                      <a:r>
                        <a:t>homogeneous glossy digital-comic rendering with uniform line weight and soft</a:t>
                      </a:r>
                    </a:p>
                    <a:p>
                      <a:pPr>
                        <a:lnSpc>
                          <a:spcPts val="1600"/>
                        </a:lnSpc>
                        <a:spcAft>
                          <a:spcPts val="0"/>
                        </a:spcAft>
                        <a:defRPr sz="1200" b="0">
                          <a:solidFill>
                            <a:srgbClr val="21243A"/>
                          </a:solidFill>
                          <a:latin typeface="Arial"/>
                        </a:defRPr>
                      </a:pPr>
                      <a:r>
                        <a:t>airbrushed shading typical of diffusion image models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Garbled secondary text on props: 'ULTRA-PATCAI' on raised bottle, 'REMEDV' on</a:t>
                      </a:r>
                    </a:p>
                    <a:p>
                      <a:pPr>
                        <a:lnSpc>
                          <a:spcPts val="1600"/>
                        </a:lnSpc>
                        <a:spcAft>
                          <a:spcPts val="0"/>
                        </a:spcAft>
                        <a:defRPr sz="1200" b="0">
                          <a:solidFill>
                            <a:srgbClr val="21243A"/>
                          </a:solidFill>
                          <a:latin typeface="Arial"/>
                        </a:defRPr>
                      </a:pPr>
                      <a:r>
                        <a:t>jar, 'Buu' on picket sign</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Picket sign text is repetitive and semantically incoherent ('Chloe Dubois Buy Chloe')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Poster is held by two people's hands yet also rests on an easel, which is physically</a:t>
                      </a:r>
                    </a:p>
                    <a:p>
                      <a:pPr>
                        <a:lnSpc>
                          <a:spcPts val="1600"/>
                        </a:lnSpc>
                        <a:spcAft>
                          <a:spcPts val="0"/>
                        </a:spcAft>
                        <a:defRPr sz="1200" b="0">
                          <a:solidFill>
                            <a:srgbClr val="21243A"/>
                          </a:solidFill>
                          <a:latin typeface="Arial"/>
                        </a:defRPr>
                      </a:pPr>
                      <a:r>
                        <a:t>redundant</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Homogeneous glossy digital-comic rendering with uniform line weight and soft</a:t>
                      </a:r>
                    </a:p>
                    <a:p>
                      <a:pPr>
                        <a:lnSpc>
                          <a:spcPts val="1600"/>
                        </a:lnSpc>
                        <a:spcAft>
                          <a:spcPts val="0"/>
                        </a:spcAft>
                        <a:defRPr sz="1200" b="0">
                          <a:solidFill>
                            <a:srgbClr val="21243A"/>
                          </a:solidFill>
                          <a:latin typeface="Arial"/>
                        </a:defRPr>
                      </a:pPr>
                      <a:r>
                        <a:t>airbrushed shading typical of diffusion image models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Large crowd of stylistically similar, idealized faces with consistent generic features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1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Clean, legible speech-bubble text contrasted with degraded prop text, consistent</a:t>
                      </a:r>
                    </a:p>
                    <a:p>
                      <a:pPr>
                        <a:lnSpc>
                          <a:spcPts val="1600"/>
                        </a:lnSpc>
                        <a:spcAft>
                          <a:spcPts val="0"/>
                        </a:spcAft>
                        <a:defRPr sz="1200" b="0">
                          <a:solidFill>
                            <a:srgbClr val="21243A"/>
                          </a:solidFill>
                          <a:latin typeface="Arial"/>
                        </a:defRPr>
                      </a:pPr>
                      <a:r>
                        <a:t>with modern text-capable generators or later overlay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0579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'EMERGENCY' sign cut off at the building edge in an unnatural way</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4074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Flat SDA logo box that appears to be a post-hoc overlay</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signals: no sensor noise, lens optics or photographic lighting</a:t>
                      </a:r>
                    </a:p>
                    <a:p>
                      <a:pPr>
                        <a:lnSpc>
                          <a:spcPts val="1600"/>
                        </a:lnSpc>
                        <a:spcAft>
                          <a:spcPts val="0"/>
                        </a:spcAft>
                        <a:defRPr sz="1200" b="0">
                          <a:solidFill>
                            <a:srgbClr val="21243A"/>
                          </a:solidFill>
                          <a:latin typeface="Arial"/>
                        </a:defRPr>
                      </a:pPr>
                      <a:r>
                        <a:t>(illustration medium)</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This is an illustration, not a photo. Human artists and AI both produce this</a:t>
                      </a:r>
                    </a:p>
                    <a:p>
                      <a:pPr>
                        <a:lnSpc>
                          <a:spcPts val="1600"/>
                        </a:lnSpc>
                        <a:spcAft>
                          <a:spcPts val="0"/>
                        </a:spcAft>
                        <a:defRPr sz="1200" b="0">
                          <a:solidFill>
                            <a:srgbClr val="21243A"/>
                          </a:solidFill>
                          <a:latin typeface="Arial"/>
                        </a:defRPr>
                      </a:pPr>
                      <a:r>
                        <a:t>style, so the rating rests mainly on garbled prop text and composition quirks. The</a:t>
                      </a:r>
                    </a:p>
                    <a:p>
                      <a:pPr>
                        <a:lnSpc>
                          <a:spcPts val="1600"/>
                        </a:lnSpc>
                        <a:spcAft>
                          <a:spcPts val="0"/>
                        </a:spcAft>
                        <a:defRPr sz="1200" b="0">
                          <a:solidFill>
                            <a:srgbClr val="21243A"/>
                          </a:solidFill>
                          <a:latin typeface="Arial"/>
                        </a:defRPr>
                      </a:pPr>
                      <a:r>
                        <a:t>speech bubbles and logo may have been added separately. Check provenance</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metadata and C2PA credentials if available, and verify whether 'Chloe Dubois'</a:t>
                      </a:r>
                    </a:p>
                    <a:p>
                      <a:pPr>
                        <a:lnSpc>
                          <a:spcPts val="1600"/>
                        </a:lnSpc>
                        <a:spcAft>
                          <a:spcPts val="0"/>
                        </a:spcAft>
                        <a:defRPr sz="1200" b="0">
                          <a:solidFill>
                            <a:srgbClr val="21243A"/>
                          </a:solidFill>
                          <a:latin typeface="Arial"/>
                        </a:defRPr>
                      </a:pPr>
                      <a:r>
                        <a:t>refers to a real person.</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85/100; tells: Bottle-gripping fingers have crowded, irregular</a:t>
                      </a:r>
                    </a:p>
                    <a:p>
                      <a:pPr>
                        <a:lnSpc>
                          <a:spcPts val="1600"/>
                        </a:lnSpc>
                        <a:spcAft>
                          <a:spcPts val="0"/>
                        </a:spcAft>
                        <a:defRPr sz="1200" b="0">
                          <a:solidFill>
                            <a:srgbClr val="21243A"/>
                          </a:solidFill>
                          <a:latin typeface="Arial"/>
                        </a:defRPr>
                      </a:pPr>
                      <a:r>
                        <a:t>contours and ambiguous joins to wrists., The small placard repeats the name in</a:t>
                      </a:r>
                    </a:p>
                    <a:p>
                      <a:pPr>
                        <a:lnSpc>
                          <a:spcPts val="1600"/>
                        </a:lnSpc>
                        <a:spcAft>
                          <a:spcPts val="0"/>
                        </a:spcAft>
                        <a:defRPr sz="1200" b="0">
                          <a:solidFill>
                            <a:srgbClr val="21243A"/>
                          </a:solidFill>
                          <a:latin typeface="Arial"/>
                        </a:defRPr>
                      </a:pPr>
                      <a:r>
                        <a:t>the awkward sequence 'Chloe Dubois Buu Chloe'., Uniform glossy facial shading</a:t>
                      </a:r>
                    </a:p>
                    <a:p>
                      <a:pPr>
                        <a:lnSpc>
                          <a:spcPts val="1600"/>
                        </a:lnSpc>
                        <a:spcAft>
                          <a:spcPts val="0"/>
                        </a:spcAft>
                        <a:defRPr sz="1200" b="0">
                          <a:solidFill>
                            <a:srgbClr val="21243A"/>
                          </a:solidFill>
                          <a:latin typeface="Arial"/>
                        </a:defRPr>
                      </a:pPr>
                      <a:r>
                        <a:t>and densely repeated hair contours across the illustrated crowd., Some hands and</a:t>
                      </a:r>
                    </a:p>
                    <a:p>
                      <a:pPr>
                        <a:lnSpc>
                          <a:spcPts val="1600"/>
                        </a:lnSpc>
                        <a:spcAft>
                          <a:spcPts val="0"/>
                        </a:spcAft>
                        <a:defRPr sz="1200" b="0">
                          <a:solidFill>
                            <a:srgbClr val="21243A"/>
                          </a:solidFill>
                          <a:latin typeface="Arial"/>
                        </a:defRPr>
                      </a:pPr>
                      <a:r>
                        <a:t>arms overlap props with unclear anatomical connections.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Bottle-gripping fingers have crowded, irregular contours and ambiguous joins to</a:t>
                      </a:r>
                    </a:p>
                    <a:p>
                      <a:pPr>
                        <a:lnSpc>
                          <a:spcPts val="1600"/>
                        </a:lnSpc>
                        <a:spcAft>
                          <a:spcPts val="0"/>
                        </a:spcAft>
                        <a:defRPr sz="1200" b="0">
                          <a:solidFill>
                            <a:srgbClr val="21243A"/>
                          </a:solidFill>
                          <a:latin typeface="Arial"/>
                        </a:defRPr>
                      </a:pPr>
                      <a:r>
                        <a:t>wrists.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small placard repeats the name in the awkward sequence 'Chloe Dubois Buu</a:t>
                      </a:r>
                    </a:p>
                    <a:p>
                      <a:pPr>
                        <a:lnSpc>
                          <a:spcPts val="1600"/>
                        </a:lnSpc>
                        <a:spcAft>
                          <a:spcPts val="0"/>
                        </a:spcAft>
                        <a:defRPr sz="1200" b="0">
                          <a:solidFill>
                            <a:srgbClr val="21243A"/>
                          </a:solidFill>
                          <a:latin typeface="Arial"/>
                        </a:defRPr>
                      </a:pPr>
                      <a:r>
                        <a:t>Chloe'.</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glossy facial shading and densely repeated hair contours across the</a:t>
                      </a:r>
                    </a:p>
                    <a:p>
                      <a:pPr>
                        <a:lnSpc>
                          <a:spcPts val="1600"/>
                        </a:lnSpc>
                        <a:spcAft>
                          <a:spcPts val="0"/>
                        </a:spcAft>
                        <a:defRPr sz="1200" b="0">
                          <a:solidFill>
                            <a:srgbClr val="21243A"/>
                          </a:solidFill>
                          <a:latin typeface="Arial"/>
                        </a:defRPr>
                      </a:pPr>
                      <a:r>
                        <a:t>illustrated crowd.</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Some hands and arms overlap props with unclear anatomical connections.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digital illustration; stylization and manual compositing can mimic</a:t>
                      </a:r>
                    </a:p>
                    <a:p>
                      <a:pPr>
                        <a:lnSpc>
                          <a:spcPts val="1600"/>
                        </a:lnSpc>
                        <a:spcAft>
                          <a:spcPts val="0"/>
                        </a:spcAft>
                        <a:defRPr sz="1200" b="0">
                          <a:solidFill>
                            <a:srgbClr val="21243A"/>
                          </a:solidFill>
                          <a:latin typeface="Arial"/>
                        </a:defRPr>
                      </a:pPr>
                      <a:r>
                        <a:t>generation artifacts, so AI origin requires provenance review.</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comic illustration style,</a:t>
                      </a:r>
                    </a:p>
                    <a:p>
                      <a:pPr>
                        <a:lnSpc>
                          <a:spcPts val="1600"/>
                        </a:lnSpc>
                        <a:spcAft>
                          <a:spcPts val="0"/>
                        </a:spcAft>
                        <a:defRPr sz="1200" b="0">
                          <a:solidFill>
                            <a:srgbClr val="21243A"/>
                          </a:solidFill>
                          <a:latin typeface="Arial"/>
                        </a:defRPr>
                      </a:pPr>
                      <a:r>
                        <a:t>characteristic generative AI linework consistency, overly smooth shading on faces</a:t>
                      </a:r>
                    </a:p>
                    <a:p>
                      <a:pPr>
                        <a:lnSpc>
                          <a:spcPts val="1600"/>
                        </a:lnSpc>
                        <a:spcAft>
                          <a:spcPts val="0"/>
                        </a:spcAft>
                        <a:defRPr sz="1200" b="0">
                          <a:solidFill>
                            <a:srgbClr val="21243A"/>
                          </a:solidFill>
                          <a:latin typeface="Arial"/>
                        </a:defRPr>
                      </a:pPr>
                      <a:r>
                        <a:t>and hair, inconsistencies in minor background details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Stylized digital comic illustration style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Characteristic generative AI linework consistency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Overly smooth shading on faces and hair</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Inconsistencies in minor background details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Standard digital illustration techniques can closely mimic AI-generated</a:t>
                      </a:r>
                    </a:p>
                    <a:p>
                      <a:pPr>
                        <a:lnSpc>
                          <a:spcPts val="1600"/>
                        </a:lnSpc>
                        <a:spcAft>
                          <a:spcPts val="0"/>
                        </a:spcAft>
                        <a:defRPr sz="1200" b="0">
                          <a:solidFill>
                            <a:srgbClr val="21243A"/>
                          </a:solidFill>
                          <a:latin typeface="Arial"/>
                        </a:defRPr>
                      </a:pPr>
                      <a:r>
                        <a:t>comic and vector aesthetics.</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1.4, peak 24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14.26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13.87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88/100; tells: garbled secondary text on props: 'ULTRA-PATCAI'</a:t>
                      </a:r>
                    </a:p>
                    <a:p>
                      <a:pPr>
                        <a:lnSpc>
                          <a:spcPts val="1600"/>
                        </a:lnSpc>
                        <a:spcAft>
                          <a:spcPts val="0"/>
                        </a:spcAft>
                        <a:defRPr sz="1200" b="0">
                          <a:solidFill>
                            <a:srgbClr val="21243A"/>
                          </a:solidFill>
                          <a:latin typeface="Arial"/>
                        </a:defRPr>
                      </a:pPr>
                      <a:r>
                        <a:t>on raised bottle, 'REMEDV' on jar, 'Buu' on picket sign, picket sign text is repetitive</a:t>
                      </a:r>
                    </a:p>
                    <a:p>
                      <a:pPr>
                        <a:lnSpc>
                          <a:spcPts val="1600"/>
                        </a:lnSpc>
                        <a:spcAft>
                          <a:spcPts val="0"/>
                        </a:spcAft>
                        <a:defRPr sz="1200" b="0">
                          <a:solidFill>
                            <a:srgbClr val="21243A"/>
                          </a:solidFill>
                          <a:latin typeface="Arial"/>
                        </a:defRPr>
                      </a:pPr>
                      <a:r>
                        <a:t>and semantically incoherent ('Chloe Dubois Buy Chloe'), poster is held by two</a:t>
                      </a:r>
                    </a:p>
                    <a:p>
                      <a:pPr>
                        <a:lnSpc>
                          <a:spcPts val="1600"/>
                        </a:lnSpc>
                        <a:spcAft>
                          <a:spcPts val="0"/>
                        </a:spcAft>
                        <a:defRPr sz="1200" b="0">
                          <a:solidFill>
                            <a:srgbClr val="21243A"/>
                          </a:solidFill>
                          <a:latin typeface="Arial"/>
                        </a:defRPr>
                      </a:pPr>
                      <a:r>
                        <a:t>people's hands yet also rests on an easel, which is physically redundant,</a:t>
                      </a:r>
                    </a:p>
                    <a:p>
                      <a:pPr>
                        <a:lnSpc>
                          <a:spcPts val="1600"/>
                        </a:lnSpc>
                        <a:spcAft>
                          <a:spcPts val="0"/>
                        </a:spcAft>
                        <a:defRPr sz="1200" b="0">
                          <a:solidFill>
                            <a:srgbClr val="21243A"/>
                          </a:solidFill>
                          <a:latin typeface="Arial"/>
                        </a:defRPr>
                      </a:pPr>
                      <a:r>
                        <a:t>homogeneous glossy digital-comic rendering with uniform line weight and soft</a:t>
                      </a:r>
                    </a:p>
                    <a:p>
                      <a:pPr>
                        <a:lnSpc>
                          <a:spcPts val="1600"/>
                        </a:lnSpc>
                        <a:spcAft>
                          <a:spcPts val="0"/>
                        </a:spcAft>
                        <a:defRPr sz="1200" b="0">
                          <a:solidFill>
                            <a:srgbClr val="21243A"/>
                          </a:solidFill>
                          <a:latin typeface="Arial"/>
                        </a:defRPr>
                      </a:pPr>
                      <a:r>
                        <a:t>airbrushed shading typical of diffusion image models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85/100; tells: Bottle-gripping fingers have crowded, irregular</a:t>
                      </a:r>
                    </a:p>
                    <a:p>
                      <a:pPr>
                        <a:lnSpc>
                          <a:spcPts val="1600"/>
                        </a:lnSpc>
                        <a:spcAft>
                          <a:spcPts val="0"/>
                        </a:spcAft>
                        <a:defRPr sz="1200" b="0">
                          <a:solidFill>
                            <a:srgbClr val="21243A"/>
                          </a:solidFill>
                          <a:latin typeface="Arial"/>
                        </a:defRPr>
                      </a:pPr>
                      <a:r>
                        <a:t>contours and ambiguous joins to wrists., The small placard repeats the name in</a:t>
                      </a:r>
                    </a:p>
                    <a:p>
                      <a:pPr>
                        <a:lnSpc>
                          <a:spcPts val="1600"/>
                        </a:lnSpc>
                        <a:spcAft>
                          <a:spcPts val="0"/>
                        </a:spcAft>
                        <a:defRPr sz="1200" b="0">
                          <a:solidFill>
                            <a:srgbClr val="21243A"/>
                          </a:solidFill>
                          <a:latin typeface="Arial"/>
                        </a:defRPr>
                      </a:pPr>
                      <a:r>
                        <a:t>the awkward sequence 'Chloe Dubois Buu Chloe'., Uniform glossy facial shading</a:t>
                      </a:r>
                    </a:p>
                    <a:p>
                      <a:pPr>
                        <a:lnSpc>
                          <a:spcPts val="1600"/>
                        </a:lnSpc>
                        <a:spcAft>
                          <a:spcPts val="0"/>
                        </a:spcAft>
                        <a:defRPr sz="1200" b="0">
                          <a:solidFill>
                            <a:srgbClr val="21243A"/>
                          </a:solidFill>
                          <a:latin typeface="Arial"/>
                        </a:defRPr>
                      </a:pPr>
                      <a:r>
                        <a:t>and densely repeated hair contours across the illustrated crowd., Some hands and</a:t>
                      </a:r>
                    </a:p>
                    <a:p>
                      <a:pPr>
                        <a:lnSpc>
                          <a:spcPts val="1600"/>
                        </a:lnSpc>
                        <a:spcAft>
                          <a:spcPts val="0"/>
                        </a:spcAft>
                        <a:defRPr sz="1200" b="0">
                          <a:solidFill>
                            <a:srgbClr val="21243A"/>
                          </a:solidFill>
                          <a:latin typeface="Arial"/>
                        </a:defRPr>
                      </a:pPr>
                      <a:r>
                        <a:t>arms overlap props with unclear anatomical connections.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comic illustration style,</a:t>
                      </a:r>
                    </a:p>
                    <a:p>
                      <a:pPr>
                        <a:lnSpc>
                          <a:spcPts val="1600"/>
                        </a:lnSpc>
                        <a:spcAft>
                          <a:spcPts val="0"/>
                        </a:spcAft>
                        <a:defRPr sz="1200" b="0">
                          <a:solidFill>
                            <a:srgbClr val="21243A"/>
                          </a:solidFill>
                          <a:latin typeface="Arial"/>
                        </a:defRPr>
                      </a:pPr>
                      <a:r>
                        <a:t>characteristic generative AI linework consistency, overly smooth shading on faces</a:t>
                      </a:r>
                    </a:p>
                    <a:p>
                      <a:pPr>
                        <a:lnSpc>
                          <a:spcPts val="1600"/>
                        </a:lnSpc>
                        <a:spcAft>
                          <a:spcPts val="0"/>
                        </a:spcAft>
                        <a:defRPr sz="1200" b="0">
                          <a:solidFill>
                            <a:srgbClr val="21243A"/>
                          </a:solidFill>
                          <a:latin typeface="Arial"/>
                        </a:defRPr>
                      </a:pPr>
                      <a:r>
                        <a:t>and hair, inconsistencies in minor background details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Visible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Chloe Dubois is suffering “side effects”! Our unique detox patches are the ONLY</a:t>
                      </a:r>
                    </a:p>
                    <a:p>
                      <a:pPr>
                        <a:lnSpc>
                          <a:spcPts val="1600"/>
                        </a:lnSpc>
                        <a:spcAft>
                          <a:spcPts val="0"/>
                        </a:spcAft>
                        <a:defRPr sz="1200" b="0">
                          <a:solidFill>
                            <a:srgbClr val="21243A"/>
                          </a:solidFill>
                          <a:latin typeface="Arial"/>
                        </a:defRPr>
                      </a:pPr>
                      <a:r>
                        <a:t>answer! Buy them now! The true cure! | STOP YOUR DANGEROUS LIES! Chloe is</a:t>
                      </a:r>
                    </a:p>
                    <a:p>
                      <a:pPr>
                        <a:lnSpc>
                          <a:spcPts val="1600"/>
                        </a:lnSpc>
                        <a:spcAft>
                          <a:spcPts val="0"/>
                        </a:spcAft>
                        <a:defRPr sz="1200" b="0">
                          <a:solidFill>
                            <a:srgbClr val="21243A"/>
                          </a:solidFill>
                          <a:latin typeface="Arial"/>
                        </a:defRPr>
                      </a:pPr>
                      <a:r>
                        <a:t>healthy and pro-vaccine! Vaccines are proven safe! | The only “injury” is your grift!</a:t>
                      </a:r>
                    </a:p>
                    <a:p>
                      <a:pPr>
                        <a:lnSpc>
                          <a:spcPts val="1600"/>
                        </a:lnSpc>
                        <a:spcAft>
                          <a:spcPts val="0"/>
                        </a:spcAft>
                        <a:defRPr sz="1200" b="0">
                          <a:solidFill>
                            <a:srgbClr val="21243A"/>
                          </a:solidFill>
                          <a:latin typeface="Arial"/>
                        </a:defRPr>
                      </a:pPr>
                      <a:r>
                        <a:t>Our public health is not for sale. Science Defends All! | HOSPITAL | EMERGENCY |</a:t>
                      </a:r>
                    </a:p>
                    <a:p>
                      <a:pPr>
                        <a:lnSpc>
                          <a:spcPts val="1600"/>
                        </a:lnSpc>
                        <a:spcAft>
                          <a:spcPts val="0"/>
                        </a:spcAft>
                        <a:defRPr sz="1200" b="0">
                          <a:solidFill>
                            <a:srgbClr val="21243A"/>
                          </a:solidFill>
                          <a:latin typeface="Arial"/>
                        </a:defRPr>
                      </a:pPr>
                      <a:r>
                        <a:t>Chloe Dubois Buu Chloe | ULTRA-PATCAI | ULTRA-PATCH | CHLOE-CLEANSE |</a:t>
                      </a:r>
                    </a:p>
                    <a:p>
                      <a:pPr>
                        <a:lnSpc>
                          <a:spcPts val="1600"/>
                        </a:lnSpc>
                        <a:spcAft>
                          <a:spcPts val="0"/>
                        </a:spcAft>
                        <a:defRPr sz="1200" b="0">
                          <a:solidFill>
                            <a:srgbClr val="21243A"/>
                          </a:solidFill>
                          <a:latin typeface="Arial"/>
                        </a:defRPr>
                      </a:pPr>
                      <a:r>
                        <a:t>REMEDV | VACCINE FACTS | CHLOE DUBOIS | SDA</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illustration-2.png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00b728bf-05b0-4ff7-98de-2a330c657fdf</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2026-09-26T17:54:46+00:00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verdict-consistency-2026-09-26.1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6693be931db5fb33a8cacfae382bf3bc79fc23b0d9f8e967015a663688d8c8f5</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Recomputed locally from the same saved provider replies acquired under run</a:t>
                      </a:r>
                    </a:p>
                    <a:p>
                      <a:pPr>
                        <a:lnSpc>
                          <a:spcPts val="1600"/>
                        </a:lnSpc>
                        <a:spcAft>
                          <a:spcPts val="0"/>
                        </a:spcAft>
                        <a:defRPr sz="1200" b="0">
                          <a:solidFill>
                            <a:srgbClr val="21243A"/>
                          </a:solidFill>
                          <a:latin typeface="Arial"/>
                        </a:defRPr>
                      </a:pPr>
                      <a:r>
                        <a:t>five-examples-20260926-r1. No new provider requests. Original report</a:t>
                      </a:r>
                    </a:p>
                    <a:p>
                      <a:pPr>
                        <a:lnSpc>
                          <a:spcPts val="1600"/>
                        </a:lnSpc>
                        <a:spcAft>
                          <a:spcPts val="0"/>
                        </a:spcAft>
                        <a:defRPr sz="1200" b="0">
                          <a:solidFill>
                            <a:srgbClr val="21243A"/>
                          </a:solidFill>
                          <a:latin typeface="Arial"/>
                        </a:defRPr>
                      </a:pPr>
                      <a:r>
                        <a:t>6ea1656c-14d6-4257-bf8c-ed1a698f7865 was generated at</a:t>
                      </a:r>
                    </a:p>
                    <a:p>
                      <a:pPr>
                        <a:lnSpc>
                          <a:spcPts val="1600"/>
                        </a:lnSpc>
                        <a:spcAft>
                          <a:spcPts val="0"/>
                        </a:spcAft>
                        <a:defRPr sz="1200" b="0">
                          <a:solidFill>
                            <a:srgbClr val="21243A"/>
                          </a:solidFill>
                          <a:latin typeface="Arial"/>
                        </a:defRPr>
                      </a:pPr>
                      <a:r>
                        <a:t>2026-09-26T17:38:40+00:00 under method publication-repair-2026-09-24.3; that</a:t>
                      </a:r>
                    </a:p>
                    <a:p>
                      <a:pPr>
                        <a:lnSpc>
                          <a:spcPts val="1600"/>
                        </a:lnSpc>
                        <a:spcAft>
                          <a:spcPts val="0"/>
                        </a:spcAft>
                        <a:defRPr sz="1200" b="0">
                          <a:solidFill>
                            <a:srgbClr val="21243A"/>
                          </a:solidFill>
                          <a:latin typeface="Arial"/>
                        </a:defRPr>
                      </a:pPr>
                      <a:r>
                        <a:t>report is preserved.</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Method verdict-consistency-2026-09-26.1: directional model votes require</a:t>
                      </a:r>
                    </a:p>
                    <a:p>
                      <a:pPr>
                        <a:lnSpc>
                          <a:spcPts val="1600"/>
                        </a:lnSpc>
                        <a:spcAft>
                          <a:spcPts val="0"/>
                        </a:spcAft>
                        <a:defRPr sz="1200" b="0">
                          <a:solidFill>
                            <a:srgbClr val="21243A"/>
                          </a:solidFill>
                          <a:latin typeface="Arial"/>
                        </a:defRPr>
                      </a:pPr>
                      <a:r>
                        <a:t>matching explicit verdicts and rating thresholds. Inconclusive replies retain their</a:t>
                      </a:r>
                    </a:p>
                    <a:p>
                      <a:pPr>
                        <a:lnSpc>
                          <a:spcPts val="1600"/>
                        </a:lnSpc>
                        <a:spcAft>
                          <a:spcPts val="0"/>
                        </a:spcAft>
                        <a:defRPr sz="1200" b="0">
                          <a:solidFill>
                            <a:srgbClr val="21243A"/>
                          </a:solidFill>
                          <a:latin typeface="Arial"/>
                        </a:defRPr>
                      </a:pPr>
                      <a:r>
                        <a:t>ratings and remain undecided observations.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45668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Presentation copy of saved report bced0e9e-ff82-4c4a-82bc-404c08a9a212. The</a:t>
                      </a:r>
                    </a:p>
                    <a:p>
                      <a:pPr>
                        <a:lnSpc>
                          <a:spcPts val="1600"/>
                        </a:lnSpc>
                        <a:spcAft>
                          <a:spcPts val="0"/>
                        </a:spcAft>
                        <a:defRPr sz="1200" b="0">
                          <a:solidFill>
                            <a:srgbClr val="21243A"/>
                          </a:solidFill>
                          <a:latin typeface="Arial"/>
                        </a:defRPr>
                      </a:pPr>
                      <a:r>
                        <a:t>descriptive filename replaces the earlier example ID for navigation. Original</a:t>
                      </a:r>
                    </a:p>
                    <a:p>
                      <a:pPr>
                        <a:lnSpc>
                          <a:spcPts val="1600"/>
                        </a:lnSpc>
                        <a:spcAft>
                          <a:spcPts val="0"/>
                        </a:spcAft>
                        <a:defRPr sz="1200" b="0">
                          <a:solidFill>
                            <a:srgbClr val="21243A"/>
                          </a:solidFill>
                          <a:latin typeface="Arial"/>
                        </a:defRPr>
                      </a:pPr>
                      <a:r>
                        <a:t>analysis dates, provider replies, scores and acquisition context are retained; no</a:t>
                      </a:r>
                    </a:p>
                    <a:p>
                      <a:pPr>
                        <a:lnSpc>
                          <a:spcPts val="1600"/>
                        </a:lnSpc>
                        <a:spcAft>
                          <a:spcPts val="0"/>
                        </a:spcAft>
                        <a:defRPr sz="1200" b="0">
                          <a:solidFill>
                            <a:srgbClr val="21243A"/>
                          </a:solidFill>
                          <a:latin typeface="Arial"/>
                        </a:defRPr>
                      </a:pPr>
                      <a:r>
                        <a:t>new model analysis.</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