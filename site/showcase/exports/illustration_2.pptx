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illustration-2.png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Assessment summary</a:t>
            </a:r>
          </a:p>
          <a:p>
            <a:r>
              <a:t>Finding | Leaning synthetic</a:t>
            </a:r>
          </a:p>
          <a:p>
            <a:r>
              <a:t>Recorded verdict | synthetic likely</a:t>
            </a:r>
          </a:p>
          <a:p>
            <a:r>
              <a:t>Confidence | high</a:t>
            </a:r>
          </a:p>
          <a:p>
            <a:r>
              <a:t>Indicative rating | 82/100</a:t>
            </a:r>
          </a:p>
          <a:p>
            <a:r>
              <a:t>Rating basis | median of available model ratings; not a calibrated probability</a:t>
            </a:r>
          </a:p>
          <a:p>
            <a:r>
              <a:t>Explanation | 3 models agree this is likely synthetic.</a:t>
            </a:r>
          </a:p>
          <a:p>
            <a:r>
              <a:t>Coverage | image - 1 frame(s) analysed</a:t>
            </a:r>
          </a:p>
          <a:p>
            <a:r>
              <a:t>Review context | Research assessment. Review alongside source information and context. When credentials are missing, origin remains unresolved by this check. Use these findings to inform a documented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overview</a:t>
            </a:r>
          </a:p>
          <a:p>
            <a:r>
              <a:t>Claude Vision | vision / ok | synthetic likely | 88/100</a:t>
            </a:r>
          </a:p>
          <a:p>
            <a:r>
              <a:t>OpenAI Vision | vision / ok | synthetic likely | 82/100</a:t>
            </a:r>
          </a:p>
          <a:p>
            <a:r>
              <a:t>Gemini Vision | vision / ok | synthetic likely | 72/100</a:t>
            </a:r>
          </a:p>
          <a:p>
            <a:r>
              <a:t>C2PA Content Credentials | provenance / ok | inconclusive | n/a</a:t>
            </a:r>
          </a:p>
          <a:p>
            <a:r>
              <a:t>Local forensic cues | forensic / ok | partially synthetic | 41/100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88/100; tells: garbled secondary text on props: 'ULTRA-PATCAI' bottle label, 'Buy Chloe' / 'Buy' rendered as 'Buu' on placard, 'REMEDV' jar label, illegible pseudo-text lines on 'VACCINE FACTS' sheet and 'REMEDY' label, 'EMERGENCY' sign truncated and awkwardly occluded, uniform glossy semi-realistic comic rendering typical of diffusion image models across all faces</a:t>
            </a:r>
          </a:p>
          <a:p>
            <a:r>
              <a:t>Evidence 1 | Garbled secondary text on props: 'ULTRA-PATCAI' bottle label, 'Buy Chloe' / 'Buy' rendered as 'Buu' on placard, 'REMEDV' jar label</a:t>
            </a:r>
          </a:p>
          <a:p>
            <a:r>
              <a:t>Evidence 2 | Illegible pseudo-text lines on 'VACCINE FACTS' sheet and 'REMEDY' label</a:t>
            </a:r>
          </a:p>
          <a:p>
            <a:r>
              <a:t>Evidence 3 | 'EMERGENCY' sign truncated and awkwardly occluded</a:t>
            </a:r>
          </a:p>
          <a:p>
            <a:r>
              <a:t>Evidence 4 | Uniform glossy semi-realistic comic rendering typical of diffusion image models across all faces</a:t>
            </a:r>
          </a:p>
          <a:p>
            <a:r>
              <a:t>Evidence 5 | Man with megaphone holding a bottle in a hand of ambiguous ownership near the poster, suggesting limb/hand attribution confusion</a:t>
            </a:r>
          </a:p>
          <a:p>
            <a:r>
              <a:t>Evidence 6 | Poster held by hands that merge oddly with easel and frame edges</a:t>
            </a:r>
          </a:p>
          <a:p>
            <a:r>
              <a:t>Evidence 7 | Crowd faces with repetitive idealised features and consistent AI-style shading</a:t>
            </a:r>
          </a:p>
          <a:p>
            <a:r>
              <a:t>Evidence 8 | Speech-bubble text notably cleaner than in-scene text, consistent with either improved model text rendering or post-added typography</a:t>
            </a:r>
          </a:p>
          <a:p>
            <a:r>
              <a:t>Evidence 9 | SDA logo box overlaid as a flat graphic, likely added in post</a:t>
            </a:r>
          </a:p>
          <a:p>
            <a:r>
              <a:t>Evidence 10 | Caveat: Illustrations lack camera-sensor cues, so the rating rests on stylistic and text-rendering artifacts; a human artist or hybrid workflow (AI base plus hand-added bubbles and logo) cannot be ruled out without metadata or provenance (C2PA). Verify whether 'Chloe Dubois' refers to a real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88/100; tells: garbled secondary text on props: 'ULTRA-PATCAI' bottle label, 'Buy Chloe' / 'Buy' rendered as 'Buu' on placard, 'REMEDV' jar label, illegible pseudo-text lines on 'VACCINE FACTS' sheet and 'REMEDY' label, 'EMERGENCY' sign truncated and awkwardly occluded, uniform glossy semi-realistic comic rendering typical of diffusion image models across all faces</a:t>
            </a:r>
          </a:p>
          <a:p>
            <a:r>
              <a:t>Evidence 1 | Garbled secondary text on props: 'ULTRA-PATCAI' bottle label, 'Buy Chloe' / 'Buy' rendered as 'Buu' on placard, 'REMEDV' jar label</a:t>
            </a:r>
          </a:p>
          <a:p>
            <a:r>
              <a:t>Evidence 2 | Illegible pseudo-text lines on 'VACCINE FACTS' sheet and 'REMEDY' label</a:t>
            </a:r>
          </a:p>
          <a:p>
            <a:r>
              <a:t>Evidence 3 | 'EMERGENCY' sign truncated and awkwardly occluded</a:t>
            </a:r>
          </a:p>
          <a:p>
            <a:r>
              <a:t>Evidence 4 | Uniform glossy semi-realistic comic rendering typical of diffusion image models across all faces</a:t>
            </a:r>
          </a:p>
          <a:p>
            <a:r>
              <a:t>Evidence 5 | Man with megaphone holding a bottle in a hand of ambiguous ownership near the poster, suggesting limb/hand attribution confusion</a:t>
            </a:r>
          </a:p>
          <a:p>
            <a:r>
              <a:t>Evidence 6 | Poster held by hands that merge oddly with easel and frame edges</a:t>
            </a:r>
          </a:p>
          <a:p>
            <a:r>
              <a:t>Evidence 7 | Crowd faces with repetitive idealised features and consistent AI-style shading</a:t>
            </a:r>
          </a:p>
          <a:p>
            <a:r>
              <a:t>Evidence 8 | Speech-bubble text notably cleaner than in-scene text, consistent with either improved model text rendering or post-added typography</a:t>
            </a:r>
          </a:p>
          <a:p>
            <a:r>
              <a:t>Evidence 9 | SDA logo box overlaid as a flat graphic, likely added in post</a:t>
            </a:r>
          </a:p>
          <a:p>
            <a:r>
              <a:t>Evidence 10 | Caveat: Illustrations lack camera-sensor cues, so the rating rests on stylistic and text-rendering artifacts; a human artist or hybrid workflow (AI base plus hand-added bubbles and logo) cannot be ruled out without metadata or provenance (C2PA). Verify whether 'Chloe Dubois' refers to a real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82/100; tells: Ambiguous arm ownership around the megaphone and raised bottle, Cramped, irregular finger contours around the small ULTRA-PATCH bottle, Background placard repeats 'Chloe Dubois Buy Chloe' without clear layout logic, Highly uniform glossy facial shading and repeated stylized hair highlights across the crowd</a:t>
            </a:r>
          </a:p>
          <a:p>
            <a:r>
              <a:t>Evidence 1 | Ambiguous arm ownership around the megaphone and raised bottle</a:t>
            </a:r>
          </a:p>
          <a:p>
            <a:r>
              <a:t>Evidence 2 | Cramped, irregular finger contours around the small ULTRA-PATCH bottle</a:t>
            </a:r>
          </a:p>
          <a:p>
            <a:r>
              <a:t>Evidence 3 | Background placard repeats 'Chloe Dubois Buy Chloe' without clear layout logic</a:t>
            </a:r>
          </a:p>
          <a:p>
            <a:r>
              <a:t>Evidence 4 | Highly uniform glossy facial shading and repeated stylized hair highlights across the crowd</a:t>
            </a:r>
          </a:p>
          <a:p>
            <a:r>
              <a:t>Evidence 5 | Caveat: This is an illustration, not a camera photo; stylization and polished lettering alone cannot distinguish AI generation from human artwork. Source files and provenance need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82/100; tells: Ambiguous arm ownership around the megaphone and raised bottle, Cramped, irregular finger contours around the small ULTRA-PATCH bottle, Background placard repeats 'Chloe Dubois Buy Chloe' without clear layout logic, Highly uniform glossy facial shading and repeated stylized hair highlights across the crowd</a:t>
            </a:r>
          </a:p>
          <a:p>
            <a:r>
              <a:t>Evidence 1 | Ambiguous arm ownership around the megaphone and raised bottle</a:t>
            </a:r>
          </a:p>
          <a:p>
            <a:r>
              <a:t>Evidence 2 | Cramped, irregular finger contours around the small ULTRA-PATCH bottle</a:t>
            </a:r>
          </a:p>
          <a:p>
            <a:r>
              <a:t>Evidence 3 | Background placard repeats 'Chloe Dubois Buy Chloe' without clear layout logic</a:t>
            </a:r>
          </a:p>
          <a:p>
            <a:r>
              <a:t>Evidence 4 | Highly uniform glossy facial shading and repeated stylized hair highlights across the crowd</a:t>
            </a:r>
          </a:p>
          <a:p>
            <a:r>
              <a:t>Evidence 5 | Caveat: This is an illustration, not a camera photo; stylization and polished lettering alone cannot distinguish AI generation from human artwork. Source files and provenance need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72/100; tells: model read this as AI editing over a photographic base image, smooth vector-comic diffusion styling, slight anatomical and hand rendering anomalies, AI-typical illustrative shading on hair and faces</a:t>
            </a:r>
          </a:p>
          <a:p>
            <a:r>
              <a:t>Evidence 1 | Model read this as AI editing over a photographic base image</a:t>
            </a:r>
          </a:p>
          <a:p>
            <a:r>
              <a:t>Evidence 2 | Smooth vector-comic diffusion styling</a:t>
            </a:r>
          </a:p>
          <a:p>
            <a:r>
              <a:t>Evidence 3 | Slight anatomical and hand rendering anomalies</a:t>
            </a:r>
          </a:p>
          <a:p>
            <a:r>
              <a:t>Evidence 4 | AI-typical illustrative shading on hair and faces</a:t>
            </a:r>
          </a:p>
          <a:p>
            <a:r>
              <a:t>Evidence 5 | Typeset overlays added digitally over generated background art</a:t>
            </a:r>
          </a:p>
          <a:p>
            <a:r>
              <a:t>Evidence 6 | Caveat: Digital comic illustrations can closely resemble standard human graphic design; text bubbles appear to be manually composited overlays.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72/100; tells: model read this as AI editing over a photographic base image, smooth vector-comic diffusion styling, slight anatomical and hand rendering anomalies, AI-typical illustrative shading on hair and faces</a:t>
            </a:r>
          </a:p>
          <a:p>
            <a:r>
              <a:t>Evidence 1 | Model read this as AI editing over a photographic base image</a:t>
            </a:r>
          </a:p>
          <a:p>
            <a:r>
              <a:t>Evidence 2 | Smooth vector-comic diffusion styling</a:t>
            </a:r>
          </a:p>
          <a:p>
            <a:r>
              <a:t>Evidence 3 | Slight anatomical and hand rendering anomalies</a:t>
            </a:r>
          </a:p>
          <a:p>
            <a:r>
              <a:t>Evidence 4 | AI-typical illustrative shading on hair and faces</a:t>
            </a:r>
          </a:p>
          <a:p>
            <a:r>
              <a:t>Evidence 5 | Typeset overlays added digitally over generated background art</a:t>
            </a:r>
          </a:p>
          <a:p>
            <a:r>
              <a:t>Evidence 6 | Caveat: Digital comic illustrations can closely resemble standard human graphic design; text bubbles appear to be manually composited overlays.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Heuristic synthetic likelihood 41/100 from metadata + pixel statistics.</a:t>
            </a:r>
          </a:p>
          <a:p>
            <a:r>
              <a:t>Evidence 1 | No camera EXIF (common in AI exports, screenshots, and re-saves).</a:t>
            </a:r>
          </a:p>
          <a:p>
            <a:r>
              <a:t>Evidence 2 | ELA mean 1.4, peak 24 (uniform high ELA can indicate generation/heavy edit).</a:t>
            </a:r>
          </a:p>
          <a:p>
            <a:r>
              <a:t>Evidence 3 | High-frequency noise std 14.26 (very low/very uniform noise is a synthesis cue).</a:t>
            </a:r>
          </a:p>
          <a:p>
            <a:r>
              <a:t>Evidence 4 | Spectral peakiness 13.87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Evidence supporting this verdict</a:t>
            </a:r>
          </a:p>
          <a:p>
            <a:r>
              <a:t>Claude Vision | synthetic likelihood 88/100; tells: garbled secondary text on props: 'ULTRA-PATCAI' bottle label, 'Buy Chloe' / 'Buy' rendered as 'Buu' on placard, 'REMEDV' jar label, illegible pseudo-text lines on 'VACCINE FACTS' sheet and 'REMEDY' label, 'EMERGENCY' sign truncated and awkwardly occluded, uniform glossy semi-realistic comic rendering typical of diffusion image models across all faces</a:t>
            </a:r>
          </a:p>
          <a:p>
            <a:r>
              <a:t>OpenAI Vision | synthetic likelihood 82/100; tells: Ambiguous arm ownership around the megaphone and raised bottle, Cramped, irregular finger contours around the small ULTRA-PATCH bottle, Background placard repeats 'Chloe Dubois Buy Chloe' without clear layout logic, Highly uniform glossy facial shading and repeated stylized hair highlights across the crowd</a:t>
            </a:r>
          </a:p>
          <a:p>
            <a:r>
              <a:t>Gemini Vision | synthetic likelihood 72/100; tells: model read this as AI editing over a photographic base image, smooth vector-comic diffusion styling, slight anatomical and hand rendering anomalies, AI-typical illustrative shading on hair and 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Additional findings</a:t>
            </a:r>
          </a:p>
          <a:p>
            <a:r>
              <a:t>Local forensic cues | Supporting observation; considered alongside the model assessments.</a:t>
            </a:r>
          </a:p>
          <a:p>
            <a:r>
              <a:t>C2PA Content Credentials | Embedded credentials: none found. Origin remains unresolved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Visible text</a:t>
            </a:r>
          </a:p>
          <a:p>
            <a:r>
              <a:t>Recorded text | Chloe Dubois is suffering “side effects”! Our unique detox patches are the ONLY answer! Buy them now! The true cure! | STOP YOUR DANGEROUS LIES! Chloe is healthy and pro-vaccine! Vaccines are proven safe! | The only “injury” is your grift! Our public health is not for sale. Science Defends All! | Chloe Dubois Buu Chloe | ULTRA-PATCAI | HOSPITAL | EMERGENCY | ULTRA-PATCH | CHLOE-CLEANSE | REMEDV | VACCINE FACTS | CHLOE DUBOIS | SDA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How this assessment was reached</a:t>
            </a:r>
          </a:p>
          <a:p>
            <a:r>
              <a:t>1. override | outcome=none; detail=No confirmed C2PA AI assertion or SynthID watermark. Origin remains unresolved by these checks.</a:t>
            </a:r>
          </a:p>
          <a:p>
            <a:r>
              <a:t>2. model_agreement | synthetic=['Claude Vision', 'OpenAI Vision', 'Gemini Vision']; authentic=[]; uncertain=[]; forensic_supports_synthetic=False</a:t>
            </a:r>
          </a:p>
          <a:p>
            <a:r>
              <a:t>3. verdict | value=synthetic_likely; confidence=high; reason=3 models agree this is likely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illustration-2.png</a:t>
            </a:r>
          </a:p>
          <a:p>
            <a:r>
              <a:t>File and analysis record</a:t>
            </a:r>
          </a:p>
          <a:p>
            <a:r>
              <a:t>File | illustration-2.png</a:t>
            </a:r>
          </a:p>
          <a:p>
            <a:r>
              <a:t>Analysis ID | 3ae29a90-fa3a-4381-9d65-498ec1b60c4d</a:t>
            </a:r>
          </a:p>
          <a:p>
            <a:r>
              <a:t>Generated | 2026-09-26T22:31:04+00:00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6693be931db5fb33a8cacfae382bf3bc79fc23b0d9f8e967015a663688d8c8f5</a:t>
            </a:r>
          </a:p>
          <a:p>
            <a:r>
              <a:t>Ingestion note 1 | Fresh provider replies acquired for eleven-examples-refresh-20260926-r1; report assembled locally from the saved responses without further API calls.</a:t>
            </a:r>
          </a:p>
          <a:p>
            <a:r>
              <a:t>Ingestion note 2 | Provider latency values are restored from the acquisition receipts (maximum sampled-frame latency per provider); raw replies and assessment results are unchanged by this bookkeeping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Analysed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08" y="1353312"/>
            <a:ext cx="7297182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21243A"/>
                </a:solidFill>
                <a:latin typeface="Arial"/>
              </a:defRPr>
            </a:pPr>
            <a:r>
              <a:t>illustration-2.png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Leaning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Indicative rating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82/100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Rating basis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median of available model ratings; not a calibrated probability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Explanation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 models agree this is likely synthetic.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 - 1 frame(s) analysed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Review context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assessment. Review alongside source information and context. When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credentials are missing, origin remains unresolved by this check. Use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 to inform a documented human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 / status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88/100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82/100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72/100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forensic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41/100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88/100; tells: garbled secondary text on props: 'ULTRA-PATCAI'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bottle label, 'Buy Chloe' / 'Buy' rendered as 'Buu' on placard, 'REMEDV' jar label,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illegible pseudo-text lines on 'VACCINE FACTS' sheet and 'REMEDY' label,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'EMERGENCY' sign truncated and awkwardly occluded, uniform glossy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semi-realistic comic rendering typical of diffusion image models across all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9601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Garbled secondary text on props: 'ULTRA-PATCAI' bottle label, 'Buy Chloe' / 'Buy'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rendered as 'Buu' on placard, 'REMEDV' jar label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512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Illegible pseudo-text lines on 'VACCINE FACTS' sheet and 'REMEDY' label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'EMERGENCY' sign truncated and awkwardly occluded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Uniform glossy semi-realistic comic rendering typical of diffusion image models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across all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6029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Man with megaphone holding a bottle in a hand of ambiguous ownership near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the poster, suggesting limb/hand attribution confusion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1556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Poster held by hands that merge oddly with easel and frame edges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505199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Crowd faces with repetitive idealised features and consistent AI-style shading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8547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Speech-bubble text notably cleaner than in-scene text, consistent with either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improved model text rendering or post-added typography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4074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logo box overlaid as a flat graphic, likely added in post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Illustrations lack camera-sensor cues, so the rating rests on stylistic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text-rendering artifacts; a human artist or hybrid workflow (AI base plus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hand-added bubbles and logo) cannot be ruled out without metadata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(C2PA). Verify whether 'Chloe Dubois' refers to a real person.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gpt-6-astra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82/100; tells: Ambiguous arm ownership around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megaphone and raised bottle, Cramped, irregular finger contours around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small ULTRA-PATCH bottle, Background placard repeats 'Chloe Dubois Buy Chloe'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without clear layout logic, Highly uniform glossy facial shading and repeated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stylized hair highlights across the crowd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9601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Ambiguous arm ownership around the megaphone and raised bottle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3096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Cramped, irregular finger contours around the small ULTRA-PATCH bottle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Background placard repeats 'Chloe Dubois Buy Chloe' without clear layout logic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Highly uniform glossy facial shading and repeated stylized hair highlights across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the crowd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60299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This is an illustration, not a camera photo; stylization and polished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lettering alone cannot distinguish AI generation from human artwork. Source files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provenance need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gemini-3.8-flash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72/100; tells: model read this as AI editing over 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base image, smooth vector-comic diffusion styling, slight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anatomical and hand rendering anomalies, AI-typical illustrative shading on hair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 read this as AI editing over a photographic base image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Smooth vector-comic diffusion styling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4559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Slight anatomical and hand rendering anomalies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AI-typical illustrative shading on hair and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Typeset overlays added digitally over generated background art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Digital comic illustrations can closely resemble standard human graphic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design; text bubbles appear to be manually composited overlays.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Coverage: credentials embedded in the submitted file. External credentials were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retrieved.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Verifier: c2pa-python 0.37.12; native SDK 0.91.0; specification target 2.4; policy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embedded-offline-reviewed-trust-v3.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Offline embedded-manifest verification; no network trust-list, manifest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revocation refresh.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reviewed local C2PA trust snapshot installed. Provenance overrides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disabled.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Heuristic synthetic likelihood 41/100 from metadata + pixel statistics.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 EXIF (common in AI exports, screenshots, and re-saves).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ELA mean 1.4, peak 24 (uniform high ELA can indicate generation/heavy edit).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8463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High-frequency noise std 14.26 (very low/very uniform noise is a synthesis cue).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1958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Spectral peakiness 13.87 (periodic frequency peaks can mark generated textures).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Evidence supporting this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88/100; tells: garbled secondary text on props: 'ULTRA-PATCAI'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bottle label, 'Buy Chloe' / 'Buy' rendered as 'Buu' on placard, 'REMEDV' jar label,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illegible pseudo-text lines on 'VACCINE FACTS' sheet and 'REMEDY' label,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'EMERGENCY' sign truncated and awkwardly occluded, uniform glossy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semi-realistic comic rendering typical of diffusion image models across all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863088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82/100; tells: Ambiguous arm ownership around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megaphone and raised bottle, Cramped, irregular finger contours around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small ULTRA-PATCH bottle, Background placard repeats 'Chloe Dubois Buy Chloe'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without clear layout logic, Highly uniform glossy facial shading and repeated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stylized hair highlights across the crowd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025392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72/100; tells: model read this as AI editing over 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base image, smooth vector-comic diffusion styling, slight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anatomical and hand rendering anomalies, AI-typical illustrative shading on hair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 observation; considered alongside the model assessments.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Visible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text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Chloe Dubois is suffering “side effects”! Our unique detox patches are the ONLY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answer! Buy them now! The true cure! | STOP YOUR DANGEROUS LIES! Chloe is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healthy and pro-vaccine! Vaccines are proven safe! | The only “injury” is your grift!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Our public health is not for sale. Science Defends All! | Chloe Dubois Buu Chloe |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ULTRA-PATCAI | HOSPITAL | EMERGENCY | ULTRA-PATCH | CHLOE-CLEANSE |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REMEDV | VACCINE FACTS | CHLOE DUBOIS | SDA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How this assessment was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1. override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outcome=none; detail=No confirmed C2PA AI assertion or SynthID watermark.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 remains unresolved by these checks.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2. model_agreement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synthetic=['Claude Vision', 'OpenAI Vision', 'Gemini Vision']; authentic=[];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uncertain=[]; forensic_supports_synthetic=False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3. verdict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value=synthetic_likely; confidence=high; reason=3 models agree this is likely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illustration-2.png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ID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3ae29a90-fa3a-4381-9d65-498ec1b60c4d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2026-09-26T22:31:04+00:00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Vision 0.1.0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claude-opus-5-5, gemini-3.8-flash, gpt-6-astra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Method version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pdf-preparation-2026-09-26.1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lens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SHA-256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6693be931db5fb33a8cacfae382bf3bc79fc23b0d9f8e967015a663688d8c8f5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Fresh provider replies acquired for eleven-examples-refresh-20260926-r1; report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assembled locally from the saved responses without further API calls.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049520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latency values are restored from the acquisition receipts (maximum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sampled-frame latency per provider); raw replies and assessment results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unchanged by this bookkeeping step.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 Vision: Analysis report</dc:title>
  <dc:subject>Research assessment export</dc:subject>
  <dc:creator>SDA Vision</dc:creator>
  <cp:keywords/>
  <dc:description/>
  <cp:lastModifiedBy>SDA Vision</cp:lastModifiedBy>
  <cp:revision>1</cp:revision>
  <dcterms:created xsi:type="dcterms:W3CDTF">2026-10-16T06:37:14Z</dcterms:created>
  <dcterms:modified xsi:type="dcterms:W3CDTF">2026-10-16T06:37:14Z</dcterms:modified>
  <cp:category/>
</cp:coreProperties>
</file>