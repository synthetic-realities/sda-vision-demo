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earth-image.jpg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Assessment summary</a:t>
            </a:r>
          </a:p>
          <a:p>
            <a:r>
              <a:t>Finding | Leaning authentic</a:t>
            </a:r>
          </a:p>
          <a:p>
            <a:r>
              <a:t>Recorded verdict | authentic likely</a:t>
            </a:r>
          </a:p>
          <a:p>
            <a:r>
              <a:t>Confidence | medium</a:t>
            </a:r>
          </a:p>
          <a:p>
            <a:r>
              <a:t>Indicative rating | 4/100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lean authentic with matching verdicts and ratings. Review the other findings, original source and context alongside this result.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overview</a:t>
            </a:r>
          </a:p>
          <a:p>
            <a:r>
              <a:t>Claude Vision | vision / ok | authentic likely | 4/100</a:t>
            </a:r>
          </a:p>
          <a:p>
            <a:r>
              <a:t>OpenAI Vision | vision / ok | authentic likely | 2/100</a:t>
            </a:r>
          </a:p>
          <a:p>
            <a:r>
              <a:t>Gemini Vision | vision / ok | authentic likely | 25/100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47/100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0.5, peak 10 (uniform high ELA can indicate generation/heavy edit).</a:t>
            </a:r>
          </a:p>
          <a:p>
            <a:r>
              <a:t>Evidence 3 | High-frequency noise std 4.61 (very low/very uniform noise is a synthesis cue).</a:t>
            </a:r>
          </a:p>
          <a:p>
            <a:r>
              <a:t>Evidence 4 | Spectral peakiness 25.63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Evidence supporting this verdict</a:t>
            </a:r>
          </a:p>
          <a:p>
            <a:r>
              <a:t>Claude Vision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OpenAI Vision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Gemini Vision | synthetic likelihood 25/100; tells: authentic film grain, consistent atmospheric limb scatter, historically documented cloud formations, natural optical sensor characteristics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authentic=['Claude Vision', 'OpenAI Vision', 'Gemini Vision']; uncertain=[]; forensic_supports_synthetic=False</a:t>
            </a:r>
          </a:p>
          <a:p>
            <a:r>
              <a:t>3. verdict | value=authentic_likely; confidence=medium; reason=3 models lean authentic with matching verdicts and ratings. Review the other findings, original source and context alongside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Cite this analysis</a:t>
            </a:r>
          </a:p>
          <a:p>
            <a:r>
              <a:t>Software citation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earth-image.jpg; media type: image; recorded at: 2026-09-26T22:31:03+00:00;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File and analysis record</a:t>
            </a:r>
          </a:p>
          <a:p>
            <a:r>
              <a:t>File | earth-image.jpg</a:t>
            </a:r>
          </a:p>
          <a:p>
            <a:r>
              <a:t>Analysis ID | afa06964-dc8c-4c81-8fc7-b6179d9b2705</a:t>
            </a:r>
          </a:p>
          <a:p>
            <a:r>
              <a:t>Generated | 2026-09-26T22:31:03+00:00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a4bad2aba040fd992aff7483eee6166943e232061b82d7149b2060786719753b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earth-image.jpg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authentic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lean authentic with matching verdicts and ratings. Review the other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findings, original source and context alongside this result.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Visually consistent with the widely documented Apollo 17 'Blue Marble'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 (NASA AS17-148-22727, Dec 1972)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Physically coherent cloud systems and cyclonic swirls with plausible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meteorological structure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Film-scan grain and slight 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limb shading and terminator-free full-disc illumination consistent with sun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behind the camera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repeated textures, smeared detail, or generative blending artifacts 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land/cloud boundaries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match to a famous archival image is not proof of an unaltered copy;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subtle retouching, recoloring, or a high-fidelity regenerated replica cannot be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ruled out without comparison to the NASA source scan and metadata/provenance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African, Arabian Peninsula, and Madagascar coastlines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Intricate, nonrepeating cloud bands and storm spirals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Fine grain 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Composition closely resembles the historical Blue Marble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resemblance cannot establish provenance; compare with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archival original to check for subsequent edits.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film grain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limb scatter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Historically documented cloud formations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optical sensor 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High-profile historical images can be digitally remastered or simulated by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generative models.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47/100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10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4.61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25.63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0662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authentic=['Claude Vision', 'OpenAI Vision', 'Gemini Vision'];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value=authentic_likely; confidence=medium; reason=3 models lean authentic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verdicts and ratings. Review the other findings, original source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alongside this result.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citation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earth-image.jpg; media type: image; recorded at: 2026-09-26T22:31:03+00:00;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models: claude-opus-5-5, gemini-3.8-flash, 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earth-image.jpg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afa06964-dc8c-4c81-8fc7-b6179d9b2705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a4bad2aba040fd992aff7483eee6166943e232061b82d7149b2060786719753b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