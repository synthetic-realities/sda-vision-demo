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earth-image.jpg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Assessment summary</a:t>
            </a:r>
          </a:p>
          <a:p>
            <a:r>
              <a:t>Finding | Leaning authentic</a:t>
            </a:r>
          </a:p>
          <a:p>
            <a:r>
              <a:t>Recorded verdict | authentic likely</a:t>
            </a:r>
          </a:p>
          <a:p>
            <a:r>
              <a:t>Confidence | medium</a:t>
            </a:r>
          </a:p>
          <a:p>
            <a:r>
              <a:t>Indicative rating | 4/100</a:t>
            </a:r>
          </a:p>
          <a:p>
            <a:r>
              <a:t>Rating basis | median of available model ratings; not a calibrated probability</a:t>
            </a:r>
          </a:p>
          <a:p>
            <a:r>
              <a:t>Explanation | 3 models lean authentic with matching verdicts and ratings. Review the other findings, original source and context alongside this result.</a:t>
            </a:r>
          </a:p>
          <a:p>
            <a:r>
              <a:t>Coverage | image - 1 frame(s) analysed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overview</a:t>
            </a:r>
          </a:p>
          <a:p>
            <a:r>
              <a:t>Claude Vision | vision / ok | authentic likely | 4/100</a:t>
            </a:r>
          </a:p>
          <a:p>
            <a:r>
              <a:t>OpenAI Vision | vision / ok | authentic likely | 2/100</a:t>
            </a:r>
          </a:p>
          <a:p>
            <a:r>
              <a:t>Gemini Vision | vision / ok | authentic likely | 25/100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47/100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4/100; tells: visually consistent with the widely documented Apollo 17 'Blue Marble' photograph (NASA AS17-148-22727, Dec 1972), geographically accurate coastlines: Africa, Arabian Peninsula, Red Sea, Gulf of Aden, Madagascar, Antarctic ice cap, physically coherent cloud systems and cyclonic swirls with plausible meteorological structure, film-scan grain and slight color cast consistent with analog photography</a:t>
            </a:r>
          </a:p>
          <a:p>
            <a:r>
              <a:t>Evidence 1 | Visually consistent with the widely documented Apollo 17 'Blue Marble' photograph (NASA AS17-148-22727, Dec 1972)</a:t>
            </a:r>
          </a:p>
          <a:p>
            <a:r>
              <a:t>Evidence 2 | Geographically accurate coastlines: Africa, Arabian Peninsula, Red Sea, Gulf of Aden, Madagascar, Antarctic ice cap</a:t>
            </a:r>
          </a:p>
          <a:p>
            <a:r>
              <a:t>Evidence 3 | Physically coherent cloud systems and cyclonic swirls with plausible meteorological structure</a:t>
            </a:r>
          </a:p>
          <a:p>
            <a:r>
              <a:t>Evidence 4 | Film-scan grain and slight color cast consistent with analog photography</a:t>
            </a:r>
          </a:p>
          <a:p>
            <a:r>
              <a:t>Evidence 5 | Natural limb shading and terminator-free full-disc illumination consistent with sun behind the camera</a:t>
            </a:r>
          </a:p>
          <a:p>
            <a:r>
              <a:t>Evidence 6 | No repeated textures, smeared detail, or generative blending artifacts at land/cloud boundaries</a:t>
            </a:r>
          </a:p>
          <a:p>
            <a:r>
              <a:t>Evidence 7 | Caveat: Visual match to a famous archival image is not proof of an unaltered copy; subtle retouching, recoloring, or a high-fidelity regenerated replica cannot be ruled out without comparison to the NASA source scan and metadata/provenance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4/100; tells: visually consistent with the widely documented Apollo 17 'Blue Marble' photograph (NASA AS17-148-22727, Dec 1972), geographically accurate coastlines: Africa, Arabian Peninsula, Red Sea, Gulf of Aden, Madagascar, Antarctic ice cap, physically coherent cloud systems and cyclonic swirls with plausible meteorological structure, film-scan grain and slight color cast consistent with analog photography</a:t>
            </a:r>
          </a:p>
          <a:p>
            <a:r>
              <a:t>Evidence 1 | Visually consistent with the widely documented Apollo 17 'Blue Marble' photograph (NASA AS17-148-22727, Dec 1972)</a:t>
            </a:r>
          </a:p>
          <a:p>
            <a:r>
              <a:t>Evidence 2 | Geographically accurate coastlines: Africa, Arabian Peninsula, Red Sea, Gulf of Aden, Madagascar, Antarctic ice cap</a:t>
            </a:r>
          </a:p>
          <a:p>
            <a:r>
              <a:t>Evidence 3 | Physically coherent cloud systems and cyclonic swirls with plausible meteorological structure</a:t>
            </a:r>
          </a:p>
          <a:p>
            <a:r>
              <a:t>Evidence 4 | Film-scan grain and slight color cast consistent with analog photography</a:t>
            </a:r>
          </a:p>
          <a:p>
            <a:r>
              <a:t>Evidence 5 | Natural limb shading and terminator-free full-disc illumination consistent with sun behind the camera</a:t>
            </a:r>
          </a:p>
          <a:p>
            <a:r>
              <a:t>Evidence 6 | No repeated textures, smeared detail, or generative blending artifacts at land/cloud boundaries</a:t>
            </a:r>
          </a:p>
          <a:p>
            <a:r>
              <a:t>Evidence 7 | Caveat: Visual match to a famous archival image is not proof of an unaltered copy; subtle retouching, recoloring, or a high-fidelity regenerated replica cannot be ruled out without comparison to the NASA source scan and metadata/provenance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2/100; tells: Coherent African, Arabian Peninsula, and Madagascar coastlines, Intricate, nonrepeating cloud bands and storm spirals, Consistent atmospheric haze and foreshortening toward Earth's limb, Fine grain and slight softness consistent with a scanned photograph</a:t>
            </a:r>
          </a:p>
          <a:p>
            <a:r>
              <a:t>Evidence 1 | Coherent African, Arabian Peninsula, and Madagascar coastlines</a:t>
            </a:r>
          </a:p>
          <a:p>
            <a:r>
              <a:t>Evidence 2 | Intricate, nonrepeating cloud bands and storm spirals</a:t>
            </a:r>
          </a:p>
          <a:p>
            <a:r>
              <a:t>Evidence 3 | Consistent atmospheric haze and foreshortening toward Earth's limb</a:t>
            </a:r>
          </a:p>
          <a:p>
            <a:r>
              <a:t>Evidence 4 | Fine grain and slight softness consistent with a scanned photograph</a:t>
            </a:r>
          </a:p>
          <a:p>
            <a:r>
              <a:t>Evidence 5 | Composition closely resembles the historical Blue Marble photograph</a:t>
            </a:r>
          </a:p>
          <a:p>
            <a:r>
              <a:t>Evidence 6 | Caveat: Visual resemblance cannot establish provenance; compare with the archival original to check for subsequent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2/100; tells: Coherent African, Arabian Peninsula, and Madagascar coastlines, Intricate, nonrepeating cloud bands and storm spirals, Consistent atmospheric haze and foreshortening toward Earth's limb, Fine grain and slight softness consistent with a scanned photograph</a:t>
            </a:r>
          </a:p>
          <a:p>
            <a:r>
              <a:t>Evidence 1 | Coherent African, Arabian Peninsula, and Madagascar coastlines</a:t>
            </a:r>
          </a:p>
          <a:p>
            <a:r>
              <a:t>Evidence 2 | Intricate, nonrepeating cloud bands and storm spirals</a:t>
            </a:r>
          </a:p>
          <a:p>
            <a:r>
              <a:t>Evidence 3 | Consistent atmospheric haze and foreshortening toward Earth's limb</a:t>
            </a:r>
          </a:p>
          <a:p>
            <a:r>
              <a:t>Evidence 4 | Fine grain and slight softness consistent with a scanned photograph</a:t>
            </a:r>
          </a:p>
          <a:p>
            <a:r>
              <a:t>Evidence 5 | Composition closely resembles the historical Blue Marble photograph</a:t>
            </a:r>
          </a:p>
          <a:p>
            <a:r>
              <a:t>Evidence 6 | Caveat: Visual resemblance cannot establish provenance; compare with the archival original to check for subsequent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25/100; tells: authentic film grain, consistent atmospheric limb scatter, historically documented cloud formations, natural optical sensor characteristics</a:t>
            </a:r>
          </a:p>
          <a:p>
            <a:r>
              <a:t>Evidence 1 | Authentic film grain</a:t>
            </a:r>
          </a:p>
          <a:p>
            <a:r>
              <a:t>Evidence 2 | Consistent atmospheric limb scatter</a:t>
            </a:r>
          </a:p>
          <a:p>
            <a:r>
              <a:t>Evidence 3 | Historically documented cloud formations</a:t>
            </a:r>
          </a:p>
          <a:p>
            <a:r>
              <a:t>Evidence 4 | Natural optical sensor characteristics</a:t>
            </a:r>
          </a:p>
          <a:p>
            <a:r>
              <a:t>Evidence 5 | Caveat: High-profile historical images can be digitally remastered or simulated by generative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25/100; tells: authentic film grain, consistent atmospheric limb scatter, historically documented cloud formations, natural optical sensor characteristics</a:t>
            </a:r>
          </a:p>
          <a:p>
            <a:r>
              <a:t>Evidence 1 | Authentic film grain</a:t>
            </a:r>
          </a:p>
          <a:p>
            <a:r>
              <a:t>Evidence 2 | Consistent atmospheric limb scatter</a:t>
            </a:r>
          </a:p>
          <a:p>
            <a:r>
              <a:t>Evidence 3 | Historically documented cloud formations</a:t>
            </a:r>
          </a:p>
          <a:p>
            <a:r>
              <a:t>Evidence 4 | Natural optical sensor characteristics</a:t>
            </a:r>
          </a:p>
          <a:p>
            <a:r>
              <a:t>Evidence 5 | Caveat: High-profile historical images can be digitally remastered or simulated by generative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Heuristic synthetic likelihood 47/100 from metadata + pixel statistics.</a:t>
            </a:r>
          </a:p>
          <a:p>
            <a:r>
              <a:t>Evidence 1 | No camera EXIF (common in AI exports, screenshots, and re-saves).</a:t>
            </a:r>
          </a:p>
          <a:p>
            <a:r>
              <a:t>Evidence 2 | ELA mean 0.5, peak 10 (uniform high ELA can indicate generation/heavy edit).</a:t>
            </a:r>
          </a:p>
          <a:p>
            <a:r>
              <a:t>Evidence 3 | High-frequency noise std 4.61 (very low/very uniform noise is a synthesis cue).</a:t>
            </a:r>
          </a:p>
          <a:p>
            <a:r>
              <a:t>Evidence 4 | Spectral peakiness 25.63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Evidence supporting this verdict</a:t>
            </a:r>
          </a:p>
          <a:p>
            <a:r>
              <a:t>Claude Vision | synthetic likelihood 4/100; tells: visually consistent with the widely documented Apollo 17 'Blue Marble' photograph (NASA AS17-148-22727, Dec 1972), geographically accurate coastlines: Africa, Arabian Peninsula, Red Sea, Gulf of Aden, Madagascar, Antarctic ice cap, physically coherent cloud systems and cyclonic swirls with plausible meteorological structure, film-scan grain and slight color cast consistent with analog photography</a:t>
            </a:r>
          </a:p>
          <a:p>
            <a:r>
              <a:t>OpenAI Vision | synthetic likelihood 2/100; tells: Coherent African, Arabian Peninsula, and Madagascar coastlines, Intricate, nonrepeating cloud bands and storm spirals, Consistent atmospheric haze and foreshortening toward Earth's limb, Fine grain and slight softness consistent with a scanned photograph</a:t>
            </a:r>
          </a:p>
          <a:p>
            <a:r>
              <a:t>Gemini Vision | synthetic likelihood 25/100; tells: authentic film grain, consistent atmospheric limb scatter, historically documented cloud formations, natural optical sensor characteristics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Additional findings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How this assessment was reached</a:t>
            </a:r>
          </a:p>
          <a:p>
            <a:r>
              <a:t>1. override | outcome=none; detail=No confirmed C2PA AI assertion or SynthID watermark. Origin remains unresolved by these checks.</a:t>
            </a:r>
          </a:p>
          <a:p>
            <a:r>
              <a:t>2. model_agreement | synthetic=[]; authentic=['Claude Vision', 'OpenAI Vision', 'Gemini Vision']; uncertain=[]; forensic_supports_synthetic=False</a:t>
            </a:r>
          </a:p>
          <a:p>
            <a:r>
              <a:t>3. verdict | value=authentic_likely; confidence=medium; reason=3 models lean authentic with matching verdicts and ratings. Review the other findings, original source and context alongside this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earth-image.jpg</a:t>
            </a:r>
          </a:p>
          <a:p>
            <a:r>
              <a:t>File and analysis record</a:t>
            </a:r>
          </a:p>
          <a:p>
            <a:r>
              <a:t>File | earth-image.jpg</a:t>
            </a:r>
          </a:p>
          <a:p>
            <a:r>
              <a:t>Analysis ID | afa06964-dc8c-4c81-8fc7-b6179d9b2705</a:t>
            </a:r>
          </a:p>
          <a:p>
            <a:r>
              <a:t>Generated | 2026-09-26T22:31:03+00:00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a4bad2aba040fd992aff7483eee6166943e232061b82d7149b2060786719753b</a:t>
            </a:r>
          </a:p>
          <a:p>
            <a:r>
              <a:t>Ingestion note 1 | Fresh provider replies acquired for eleven-examples-refresh-20260926-r1; report assembled locally from the saved responses without further API calls.</a:t>
            </a:r>
          </a:p>
          <a:p>
            <a:r>
              <a:t>Ingestion note 2 | Provider latency values are restored from the acquisition receipts (maximum sampled-frame latency per provider); raw replies and assessment results are unchanged by this bookkeeping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53312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earth-image.jpg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Leaning authentic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median of available model ratings;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 models lean authentic with matching verdicts and ratings. Review the other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findings, original source and context alongside this result.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010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- 1 frame(s) analysed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3505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47/100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4/100; tells: visually consistent with the widely documented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Apollo 17 'Blue Marble' photograph (NASA AS17-148-22727, Dec 1972),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geographically accurate coastlines: Africa, Arabian Peninsula, Red Sea, Gulf of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Aden, Madagascar, Antarctic ice cap, physically coherent cloud systems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cyclonic swirls with plausible meteorological structure, film-scan grain and slight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color cast consistent with analog photography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163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Visually consistent with the widely documented Apollo 17 'Blue Marble'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 (NASA AS17-148-22727, Dec 1972)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Geographically accurate coastlines: Africa, Arabian Peninsula, Red Sea, Gulf of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Aden, Madagascar, Antarctic ice cap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Physically coherent cloud systems and cyclonic swirls with plausible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meteorological structure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Film-scan grain and slight color cast consistent with analog photography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15569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Natural limb shading and terminator-free full-disc illumination consistent with sun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behind the camera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7084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repeated textures, smeared detail, or generative blending artifacts at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land/cloud boundaries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4261104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Visual match to a famous archival image is not proof of an unaltered copy;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subtle retouching, recoloring, or a high-fidelity regenerated replica cannot be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ruled out without comparison to the NASA source scan and metadata/provenance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checks.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2/100; tells: Coherent African, Arabian Peninsula,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Madagascar coastlines, Intricate, nonrepeating cloud bands and storm spirals,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atmospheric haze and foreshortening toward Earth's limb, Fine grain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slight softness consistent with a scanned photograph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Coherent African, Arabian Peninsula, and Madagascar coastlines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Intricate, nonrepeating cloud bands and storm spirals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4559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atmospheric haze and foreshortening toward Earth's limb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Fine grain and slight softness consistent with a scanned photograph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Composition closely resembles the historical Blue Marble photograph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Visual resemblance cannot establish provenance; compare with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archival original to check for subsequent edits.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25/100; tells: authentic film grain, consistent atmospheric limb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scatter, historically documented cloud formations, natural optical sensor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characteristics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537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film grain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9032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atmospheric limb scatter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Historically documented cloud formations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Natural optical sensor characteristics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High-profile historical images can be digitally remastered or simulated by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generative models.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Heuristic synthetic likelihood 47/100 from metadata + 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0.5, peak 10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4.61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1958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25.63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4/100; tells: visually consistent with the widely documented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Apollo 17 'Blue Marble' photograph (NASA AS17-148-22727, Dec 1972),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geographically accurate coastlines: Africa, Arabian Peninsula, Red Sea, Gulf of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Aden, Madagascar, Antarctic ice cap, physically coherent cloud systems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cyclonic swirls with plausible meteorological structure, film-scan grain and slight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color cast consistent with analog photography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06628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2/100; tells: Coherent African, Arabian Peninsula,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Madagascar coastlines, Intricate, nonrepeating cloud bands and storm spirals,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atmospheric haze and foreshortening toward Earth's limb, Fine grain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slight softness consistent with a scanned photograph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0253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25/100; tells: authentic film grain, consistent atmospheric limb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scatter, historically documented cloud formations, natural optical sensor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characteristics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override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outcome=none; detail=No confirmed C2PA AI assertion or SynthID watermark.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 remains unresolved by these checks.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model_agreement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synthetic=[]; authentic=['Claude Vision', 'OpenAI Vision', 'Gemini Vision'];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uncertain=[]; forensic_supports_synthetic=False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3. verdict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value=authentic_likely; confidence=medium; reason=3 models lean authentic with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matching verdicts and ratings. Review the other findings, original source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context alongside this result.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earth-image.jpg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afa06964-dc8c-4c81-8fc7-b6179d9b2705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2026-09-26T22:31:03+00:00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pdf-preparation-2026-09-26.1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a4bad2aba040fd992aff7483eee6166943e232061b82d7149b2060786719753b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Fresh provider replies acquired for eleven-examples-refresh-20260926-r1; report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assembled locally from the saved responses without further API calls.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latency values are restored from the acquisition receipts (maximum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sampled-frame latency per provider); raw replies and assessment results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unchanged by this bookkeeping step.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 Vision: Analysis report</dc:title>
  <dc:subject>Research assessment export</dc:subject>
  <dc:creator>SDA Vision</dc:creator>
  <cp:keywords/>
  <dc:description/>
  <cp:lastModifiedBy>SDA Vision</cp:lastModifiedBy>
  <cp:revision>1</cp:revision>
  <dcterms:created xsi:type="dcterms:W3CDTF">2026-10-16T06:37:14Z</dcterms:created>
  <dcterms:modified xsi:type="dcterms:W3CDTF">2026-10-16T06:37:14Z</dcterms:modified>
  <cp:category/>
</cp:coreProperties>
</file>