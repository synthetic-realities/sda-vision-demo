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social-media-image.png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Assessment summary</a:t>
            </a:r>
          </a:p>
          <a:p>
            <a:r>
              <a:t>Finding | Leaning synthetic</a:t>
            </a:r>
          </a:p>
          <a:p>
            <a:r>
              <a:t>Recorded verdict | synthetic likely</a:t>
            </a:r>
          </a:p>
          <a:p>
            <a:r>
              <a:t>Confidence | high</a:t>
            </a:r>
          </a:p>
          <a:p>
            <a:r>
              <a:t>Indicative rating | 93/100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overview</a:t>
            </a:r>
          </a:p>
          <a:p>
            <a:r>
              <a:t>Claude Vision | vision / ok | synthetic likely | 93/100</a:t>
            </a:r>
          </a:p>
          <a:p>
            <a:r>
              <a:t>OpenAI Vision | vision / ok | synthetic likely | 94/100</a:t>
            </a:r>
          </a:p>
          <a:p>
            <a:r>
              <a:t>Gemini Vision | vision / ok | synthetic likely | 82/100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1</a:t>
            </a:r>
          </a:p>
          <a:p>
            <a:r>
              <a:t>Provider | Claude Vision</a:t>
            </a:r>
          </a:p>
          <a:p>
            <a:r>
              <a:t>Model | claude-opus-5-5</a:t>
            </a:r>
          </a:p>
          <a:p>
            <a:r>
              <a:t>Status | ok</a:t>
            </a:r>
          </a:p>
          <a:p>
            <a:r>
              <a:t>Assessment | synthetic likely</a:t>
            </a:r>
          </a:p>
          <a:p>
            <a:r>
              <a:t>Confidence | high</a:t>
            </a:r>
          </a:p>
          <a:p>
            <a:r>
              <a:t>Role in assessment | Supporting</a:t>
            </a:r>
          </a:p>
          <a:p>
            <a:r>
              <a:t>Provider summary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Evidence 1 | Hyper-saturated cinematic orange/teal grading typical of image generators</a:t>
            </a:r>
          </a:p>
          <a:p>
            <a:r>
              <a:t>Evidence 2 | Over-sharpened, uniformly detailed rabbit fur and whiskers with glowing rim light</a:t>
            </a:r>
          </a:p>
          <a:p>
            <a:r>
              <a:t>Evidence 3 | Implausible scale and composition: intact rabbit resting directly on a mass of glossy visceral tissue</a:t>
            </a:r>
          </a:p>
          <a:p>
            <a:r>
              <a:t>Evidence 4 | Organ mass has generic, anatomically incoherent structure with plastic-like specular highlights</a:t>
            </a:r>
          </a:p>
          <a:p>
            <a:r>
              <a:t>Evidence 5 | Stylised glowing drop at needle tip and spark/glow effects without physical light source</a:t>
            </a:r>
          </a:p>
          <a:p>
            <a:r>
              <a:t>Evidence 6 | Syringe barrel markings indistinct and non-legible</a:t>
            </a:r>
          </a:p>
          <a:p>
            <a:r>
              <a:t>Evidence 7 | Uniform bokeh of lab glassware lacking real optical detail</a:t>
            </a:r>
          </a:p>
          <a:p>
            <a:r>
              <a:t>Evidence 8 | Small four-point sparkle watermark in bottom-right corner consistent with an AI-generation provenance mark</a:t>
            </a:r>
          </a:p>
          <a:p>
            <a:r>
              <a:t>Evidence 9 | No camera grain, noise or lens imperfections; overall clean render look</a:t>
            </a:r>
          </a:p>
          <a:p>
            <a:r>
              <a:t>Evidence 10 | Caveat: The text overlay is a graphic addition, so the base image's origin is judged only from visual style and the corner sparkle mark. Verify the mark and any embedded metadata or C2PA/SynthID signals before drawing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1</a:t>
            </a:r>
          </a:p>
          <a:p>
            <a:r>
              <a:t>Provider | Claude Vision</a:t>
            </a:r>
          </a:p>
          <a:p>
            <a:r>
              <a:t>Model | claude-opus-5-5</a:t>
            </a:r>
          </a:p>
          <a:p>
            <a:r>
              <a:t>Status | ok</a:t>
            </a:r>
          </a:p>
          <a:p>
            <a:r>
              <a:t>Assessment | synthetic likely</a:t>
            </a:r>
          </a:p>
          <a:p>
            <a:r>
              <a:t>Confidence | high</a:t>
            </a:r>
          </a:p>
          <a:p>
            <a:r>
              <a:t>Role in assessment | Supporting</a:t>
            </a:r>
          </a:p>
          <a:p>
            <a:r>
              <a:t>Provider summary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Evidence 1 | Hyper-saturated cinematic orange/teal grading typical of image generators</a:t>
            </a:r>
          </a:p>
          <a:p>
            <a:r>
              <a:t>Evidence 2 | Over-sharpened, uniformly detailed rabbit fur and whiskers with glowing rim light</a:t>
            </a:r>
          </a:p>
          <a:p>
            <a:r>
              <a:t>Evidence 3 | Implausible scale and composition: intact rabbit resting directly on a mass of glossy visceral tissue</a:t>
            </a:r>
          </a:p>
          <a:p>
            <a:r>
              <a:t>Evidence 4 | Organ mass has generic, anatomically incoherent structure with plastic-like specular highlights</a:t>
            </a:r>
          </a:p>
          <a:p>
            <a:r>
              <a:t>Evidence 5 | Stylised glowing drop at needle tip and spark/glow effects without physical light source</a:t>
            </a:r>
          </a:p>
          <a:p>
            <a:r>
              <a:t>Evidence 6 | Syringe barrel markings indistinct and non-legible</a:t>
            </a:r>
          </a:p>
          <a:p>
            <a:r>
              <a:t>Evidence 7 | Uniform bokeh of lab glassware lacking real optical detail</a:t>
            </a:r>
          </a:p>
          <a:p>
            <a:r>
              <a:t>Evidence 8 | Small four-point sparkle watermark in bottom-right corner consistent with an AI-generation provenance mark</a:t>
            </a:r>
          </a:p>
          <a:p>
            <a:r>
              <a:t>Evidence 9 | No camera grain, noise or lens imperfections; overall clean render look</a:t>
            </a:r>
          </a:p>
          <a:p>
            <a:r>
              <a:t>Evidence 10 | Caveat: The text overlay is a graphic addition, so the base image's origin is judged only from visual style and the corner sparkle mark. Verify the mark and any embedded metadata or C2PA/SynthID signals before drawing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2</a:t>
            </a:r>
          </a:p>
          <a:p>
            <a:r>
              <a:t>Provider | OpenAI Vision</a:t>
            </a:r>
          </a:p>
          <a:p>
            <a:r>
              <a:t>Model | gpt-6-astra</a:t>
            </a:r>
          </a:p>
          <a:p>
            <a:r>
              <a:t>Status | ok</a:t>
            </a:r>
          </a:p>
          <a:p>
            <a:r>
              <a:t>Assessment | synthetic likely</a:t>
            </a:r>
          </a:p>
          <a:p>
            <a:r>
              <a:t>Confidence | high</a:t>
            </a:r>
          </a:p>
          <a:p>
            <a:r>
              <a:t>Role in assessment | Supporting</a:t>
            </a:r>
          </a:p>
          <a:p>
            <a:r>
              <a:t>Provider summary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Evidence 1 | Syringe has unusually elaborate stacked connector rings and inconsistent graduation marks.</a:t>
            </a:r>
          </a:p>
          <a:p>
            <a:r>
              <a:t>Evidence 2 | Foreground organs and vessels merge into convoluted, highly glossy forms without clear anatomical boundaries.</a:t>
            </a:r>
          </a:p>
          <a:p>
            <a:r>
              <a:t>Evidence 3 | Rabbit fur and whiskers have unusually uniform sharpness and strong orange rim lighting.</a:t>
            </a:r>
          </a:p>
          <a:p>
            <a:r>
              <a:t>Evidence 4 | Liquid, tissue, and syringe share exaggerated jewel-like highlights.</a:t>
            </a:r>
          </a:p>
          <a:p>
            <a:r>
              <a:t>Evidence 5 | Small four-point sparkle emblem appears at the lower right.</a:t>
            </a:r>
          </a:p>
          <a:p>
            <a:r>
              <a:t>Evidence 6 | Caveat: Stylized CGI or a heavily retouched composite could produce similar cues; the image alone cannot establish AI provenance.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2</a:t>
            </a:r>
          </a:p>
          <a:p>
            <a:r>
              <a:t>Provider | OpenAI Vision</a:t>
            </a:r>
          </a:p>
          <a:p>
            <a:r>
              <a:t>Model | gpt-6-astra</a:t>
            </a:r>
          </a:p>
          <a:p>
            <a:r>
              <a:t>Status | ok</a:t>
            </a:r>
          </a:p>
          <a:p>
            <a:r>
              <a:t>Assessment | synthetic likely</a:t>
            </a:r>
          </a:p>
          <a:p>
            <a:r>
              <a:t>Confidence | high</a:t>
            </a:r>
          </a:p>
          <a:p>
            <a:r>
              <a:t>Role in assessment | Supporting</a:t>
            </a:r>
          </a:p>
          <a:p>
            <a:r>
              <a:t>Provider summary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Evidence 1 | Syringe has unusually elaborate stacked connector rings and inconsistent graduation marks.</a:t>
            </a:r>
          </a:p>
          <a:p>
            <a:r>
              <a:t>Evidence 2 | Foreground organs and vessels merge into convoluted, highly glossy forms without clear anatomical boundaries.</a:t>
            </a:r>
          </a:p>
          <a:p>
            <a:r>
              <a:t>Evidence 3 | Rabbit fur and whiskers have unusually uniform sharpness and strong orange rim lighting.</a:t>
            </a:r>
          </a:p>
          <a:p>
            <a:r>
              <a:t>Evidence 4 | Liquid, tissue, and syringe share exaggerated jewel-like highlights.</a:t>
            </a:r>
          </a:p>
          <a:p>
            <a:r>
              <a:t>Evidence 5 | Small four-point sparkle emblem appears at the lower right.</a:t>
            </a:r>
          </a:p>
          <a:p>
            <a:r>
              <a:t>Evidence 6 | Caveat: Stylized CGI or a heavily retouched composite could produce similar cues; the image alone cannot establish AI provenance.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3</a:t>
            </a:r>
          </a:p>
          <a:p>
            <a:r>
              <a:t>Provider | Gemini Vision</a:t>
            </a:r>
          </a:p>
          <a:p>
            <a:r>
              <a:t>Model | gemini-3.8-flash</a:t>
            </a:r>
          </a:p>
          <a:p>
            <a:r>
              <a:t>Status | ok</a:t>
            </a:r>
          </a:p>
          <a:p>
            <a:r>
              <a:t>Assessment | synthetic likely</a:t>
            </a:r>
          </a:p>
          <a:p>
            <a:r>
              <a:t>Confidence | high</a:t>
            </a:r>
          </a:p>
          <a:p>
            <a:r>
              <a:t>Role in assessment | Supporting</a:t>
            </a:r>
          </a:p>
          <a:p>
            <a:r>
              <a:t>Provider summary | synthetic likelihood 82/100; tells: hyper-rendered specular textures on viscera, unnatural fusion of biological anatomical forms, stylized digital lighting and bokeh inconsistencies, AI-typical crisp fur detailing with odd spatial occlusion</a:t>
            </a:r>
          </a:p>
          <a:p>
            <a:r>
              <a:t>Evidence 1 | Hyper-rendered specular textures on viscera</a:t>
            </a:r>
          </a:p>
          <a:p>
            <a:r>
              <a:t>Evidence 2 | Unnatural fusion of biological anatomical forms</a:t>
            </a:r>
          </a:p>
          <a:p>
            <a:r>
              <a:t>Evidence 3 | Stylized digital lighting and bokeh inconsistencies</a:t>
            </a:r>
          </a:p>
          <a:p>
            <a:r>
              <a:t>Evidence 4 | AI-typical crisp fur detailing with odd spatial occlusion</a:t>
            </a:r>
          </a:p>
          <a:p>
            <a:r>
              <a:t>Evidence 5 | Caveat: High-end 3D CGI or professional digital compositing can mimic generative-AI artifacts.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3</a:t>
            </a:r>
          </a:p>
          <a:p>
            <a:r>
              <a:t>Provider | Gemini Vision</a:t>
            </a:r>
          </a:p>
          <a:p>
            <a:r>
              <a:t>Model | gemini-3.8-flash</a:t>
            </a:r>
          </a:p>
          <a:p>
            <a:r>
              <a:t>Status | ok</a:t>
            </a:r>
          </a:p>
          <a:p>
            <a:r>
              <a:t>Assessment | synthetic likely</a:t>
            </a:r>
          </a:p>
          <a:p>
            <a:r>
              <a:t>Confidence | high</a:t>
            </a:r>
          </a:p>
          <a:p>
            <a:r>
              <a:t>Role in assessment | Supporting</a:t>
            </a:r>
          </a:p>
          <a:p>
            <a:r>
              <a:t>Provider summary | synthetic likelihood 82/100; tells: hyper-rendered specular textures on viscera, unnatural fusion of biological anatomical forms, stylized digital lighting and bokeh inconsistencies, AI-typical crisp fur detailing with odd spatial occlusion</a:t>
            </a:r>
          </a:p>
          <a:p>
            <a:r>
              <a:t>Evidence 1 | Hyper-rendered specular textures on viscera</a:t>
            </a:r>
          </a:p>
          <a:p>
            <a:r>
              <a:t>Evidence 2 | Unnatural fusion of biological anatomical forms</a:t>
            </a:r>
          </a:p>
          <a:p>
            <a:r>
              <a:t>Evidence 3 | Stylized digital lighting and bokeh inconsistencies</a:t>
            </a:r>
          </a:p>
          <a:p>
            <a:r>
              <a:t>Evidence 4 | AI-typical crisp fur detailing with odd spatial occlusion</a:t>
            </a:r>
          </a:p>
          <a:p>
            <a:r>
              <a:t>Evidence 5 | Caveat: High-end 3D CGI or professional digital compositing can mimic generative-AI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2.3, peak 74 (uniform high ELA can indicate generation/heavy edit).</a:t>
            </a:r>
          </a:p>
          <a:p>
            <a:r>
              <a:t>Evidence 3 | High-frequency noise std 7.53 (very low/very uniform noise is a synthesis cue).</a:t>
            </a:r>
          </a:p>
          <a:p>
            <a:r>
              <a:t>Evidence 4 | Spectral peakiness 22.81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Evidence supporting this verdict</a:t>
            </a:r>
          </a:p>
          <a:p>
            <a:r>
              <a:t>Claude Vision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OpenAI Vision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Gemini Vision | synthetic likelihood 82/100; tells: hyper-rendered specular textures on viscera, unnatural fusion of biological anatomical forms, stylized digital lighting and bokeh inconsistencies, AI-typical crisp fur detailing with odd spatial occlusion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Additional findings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Visible text</a:t>
            </a:r>
          </a:p>
          <a:p>
            <a:r>
              <a:t>Recorded text | SHOCKING STUDY!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File and analysis record</a:t>
            </a:r>
          </a:p>
          <a:p>
            <a:r>
              <a:t>File | social-media-image.png</a:t>
            </a:r>
          </a:p>
          <a:p>
            <a:r>
              <a:t>Analysis ID | 19e08bec-290f-4eef-bc04-a35798496852</a:t>
            </a:r>
          </a:p>
          <a:p>
            <a:r>
              <a:t>Generated | 2026-09-26T22:31:29+00:00</a:t>
            </a:r>
          </a:p>
          <a:p>
            <a:r>
              <a:t>Tool | SDA Vision 0.1.0</a:t>
            </a:r>
          </a:p>
          <a:p>
            <a:r>
              <a:t>Models | claude-opus-5-5, gemini-3.8-flash, gpt-6-astra</a:t>
            </a:r>
          </a:p>
          <a:p>
            <a:r>
              <a:t>Method version | pdf-preparation-2026-09-26.1</a:t>
            </a:r>
          </a:p>
          <a:p>
            <a:r>
              <a:t>Analysis lens | general</a:t>
            </a:r>
          </a:p>
          <a:p>
            <a:r>
              <a:t>Original SHA-256 | f849e223762889e4d091fdf09caae3de19bff4cdc6e0024b50379276318f9fe7</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3411855" y="1353312"/>
            <a:ext cx="232029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social-media-image.png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93/100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93/100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94/100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93/100; tells: hyper-saturated cinematic orange/teal grading</a:t>
                      </a:r>
                    </a:p>
                    <a:p>
                      <a:pPr>
                        <a:lnSpc>
                          <a:spcPts val="1600"/>
                        </a:lnSpc>
                        <a:spcAft>
                          <a:spcPts val="0"/>
                        </a:spcAft>
                        <a:defRPr sz="1200" b="0">
                          <a:solidFill>
                            <a:srgbClr val="21243A"/>
                          </a:solidFill>
                          <a:latin typeface="Arial"/>
                        </a:defRPr>
                      </a:pPr>
                      <a:r>
                        <a:t>typical of image generators, over-sharpened, uniformly detailed rabbit fur and</a:t>
                      </a:r>
                    </a:p>
                    <a:p>
                      <a:pPr>
                        <a:lnSpc>
                          <a:spcPts val="1600"/>
                        </a:lnSpc>
                        <a:spcAft>
                          <a:spcPts val="0"/>
                        </a:spcAft>
                        <a:defRPr sz="1200" b="0">
                          <a:solidFill>
                            <a:srgbClr val="21243A"/>
                          </a:solidFill>
                          <a:latin typeface="Arial"/>
                        </a:defRPr>
                      </a:pPr>
                      <a:r>
                        <a:t>whiskers with glowing rim light, implausible scale and composition: intact rabbit</a:t>
                      </a:r>
                    </a:p>
                    <a:p>
                      <a:pPr>
                        <a:lnSpc>
                          <a:spcPts val="1600"/>
                        </a:lnSpc>
                        <a:spcAft>
                          <a:spcPts val="0"/>
                        </a:spcAft>
                        <a:defRPr sz="1200" b="0">
                          <a:solidFill>
                            <a:srgbClr val="21243A"/>
                          </a:solidFill>
                          <a:latin typeface="Arial"/>
                        </a:defRPr>
                      </a:pPr>
                      <a:r>
                        <a:t>resting directly on a mass of glossy visceral tissue, organ mass has generic,</a:t>
                      </a:r>
                    </a:p>
                    <a:p>
                      <a:pPr>
                        <a:lnSpc>
                          <a:spcPts val="1600"/>
                        </a:lnSpc>
                        <a:spcAft>
                          <a:spcPts val="0"/>
                        </a:spcAft>
                        <a:defRPr sz="1200" b="0">
                          <a:solidFill>
                            <a:srgbClr val="21243A"/>
                          </a:solidFill>
                          <a:latin typeface="Arial"/>
                        </a:defRPr>
                      </a:pPr>
                      <a:r>
                        <a:t>anatomically incoherent structure with plastic-like specular highlights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Hyper-saturated cinematic orange/teal grading typical of image generators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Over-sharpened, uniformly detailed rabbit fur and whiskers with glowing rim light</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Implausible scale and composition: intact rabbit resting directly on a mass of</a:t>
                      </a:r>
                    </a:p>
                    <a:p>
                      <a:pPr>
                        <a:lnSpc>
                          <a:spcPts val="1600"/>
                        </a:lnSpc>
                        <a:spcAft>
                          <a:spcPts val="0"/>
                        </a:spcAft>
                        <a:defRPr sz="1200" b="0">
                          <a:solidFill>
                            <a:srgbClr val="21243A"/>
                          </a:solidFill>
                          <a:latin typeface="Arial"/>
                        </a:defRPr>
                      </a:pPr>
                      <a:r>
                        <a:t>glossy visceral tissue</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Organ mass has generic, anatomically incoherent structure with plastic-like</a:t>
                      </a:r>
                    </a:p>
                    <a:p>
                      <a:pPr>
                        <a:lnSpc>
                          <a:spcPts val="1600"/>
                        </a:lnSpc>
                        <a:spcAft>
                          <a:spcPts val="0"/>
                        </a:spcAft>
                        <a:defRPr sz="1200" b="0">
                          <a:solidFill>
                            <a:srgbClr val="21243A"/>
                          </a:solidFill>
                          <a:latin typeface="Arial"/>
                        </a:defRPr>
                      </a:pPr>
                      <a:r>
                        <a:t>specular highlights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Stylised glowing drop at needle tip and spark/glow effects without physical light</a:t>
                      </a:r>
                    </a:p>
                    <a:p>
                      <a:pPr>
                        <a:lnSpc>
                          <a:spcPts val="1600"/>
                        </a:lnSpc>
                        <a:spcAft>
                          <a:spcPts val="0"/>
                        </a:spcAft>
                        <a:defRPr sz="1200" b="0">
                          <a:solidFill>
                            <a:srgbClr val="21243A"/>
                          </a:solidFill>
                          <a:latin typeface="Arial"/>
                        </a:defRPr>
                      </a:pPr>
                      <a:r>
                        <a:t>source</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3588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Syringe barrel markings indistinct and non-legible</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7084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bokeh of lab glassware lacking real optical detail</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40579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Small four-point sparkle watermark in bottom-right corner consistent with an</a:t>
                      </a:r>
                    </a:p>
                    <a:p>
                      <a:pPr>
                        <a:lnSpc>
                          <a:spcPts val="1600"/>
                        </a:lnSpc>
                        <a:spcAft>
                          <a:spcPts val="0"/>
                        </a:spcAft>
                        <a:defRPr sz="1200" b="0">
                          <a:solidFill>
                            <a:srgbClr val="21243A"/>
                          </a:solidFill>
                          <a:latin typeface="Arial"/>
                        </a:defRPr>
                      </a:pPr>
                      <a:r>
                        <a:t>AI-generation provenance mark</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6106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grain, noise or lens imperfections; overall clean render look</a:t>
                      </a:r>
                    </a:p>
                  </a:txBody>
                  <a:tcPr marL="82296" marR="82296" marT="64008" marB="64008">
                    <a:solidFill>
                      <a:srgbClr val="FFFFFF"/>
                    </a:solidFill>
                  </a:tcPr>
                </a:tc>
              </a:tr>
            </a:tbl>
          </a:graphicData>
        </a:graphic>
      </p:graphicFrame>
      <p:graphicFrame>
        <p:nvGraphicFramePr>
          <p:cNvPr id="14" name="Table 13"/>
          <p:cNvGraphicFramePr>
            <a:graphicFrameLocks noGrp="1"/>
          </p:cNvGraphicFramePr>
          <p:nvPr/>
        </p:nvGraphicFramePr>
        <p:xfrm>
          <a:off x="365760" y="49601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The text overlay is a graphic addition, so the base image's origin is judged</a:t>
                      </a:r>
                    </a:p>
                    <a:p>
                      <a:pPr>
                        <a:lnSpc>
                          <a:spcPts val="1600"/>
                        </a:lnSpc>
                        <a:spcAft>
                          <a:spcPts val="0"/>
                        </a:spcAft>
                        <a:defRPr sz="1200" b="0">
                          <a:solidFill>
                            <a:srgbClr val="21243A"/>
                          </a:solidFill>
                          <a:latin typeface="Arial"/>
                        </a:defRPr>
                      </a:pPr>
                      <a:r>
                        <a:t>only from visual style and the corner sparkle mark. Verify the mark and any</a:t>
                      </a:r>
                    </a:p>
                    <a:p>
                      <a:pPr>
                        <a:lnSpc>
                          <a:spcPts val="1600"/>
                        </a:lnSpc>
                        <a:spcAft>
                          <a:spcPts val="0"/>
                        </a:spcAft>
                        <a:defRPr sz="1200" b="0">
                          <a:solidFill>
                            <a:srgbClr val="21243A"/>
                          </a:solidFill>
                          <a:latin typeface="Arial"/>
                        </a:defRPr>
                      </a:pPr>
                      <a:r>
                        <a:t>embedded metadata or C2PA/SynthID signals before drawing conclusions.</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94/100; tells: Syringe has unusually elaborate stacked</a:t>
                      </a:r>
                    </a:p>
                    <a:p>
                      <a:pPr>
                        <a:lnSpc>
                          <a:spcPts val="1600"/>
                        </a:lnSpc>
                        <a:spcAft>
                          <a:spcPts val="0"/>
                        </a:spcAft>
                        <a:defRPr sz="1200" b="0">
                          <a:solidFill>
                            <a:srgbClr val="21243A"/>
                          </a:solidFill>
                          <a:latin typeface="Arial"/>
                        </a:defRPr>
                      </a:pPr>
                      <a:r>
                        <a:t>connector rings and inconsistent graduation marks., Foreground organs and</a:t>
                      </a:r>
                    </a:p>
                    <a:p>
                      <a:pPr>
                        <a:lnSpc>
                          <a:spcPts val="1600"/>
                        </a:lnSpc>
                        <a:spcAft>
                          <a:spcPts val="0"/>
                        </a:spcAft>
                        <a:defRPr sz="1200" b="0">
                          <a:solidFill>
                            <a:srgbClr val="21243A"/>
                          </a:solidFill>
                          <a:latin typeface="Arial"/>
                        </a:defRPr>
                      </a:pPr>
                      <a:r>
                        <a:t>vessels merge into convoluted, highly glossy forms without clear anatomical</a:t>
                      </a:r>
                    </a:p>
                    <a:p>
                      <a:pPr>
                        <a:lnSpc>
                          <a:spcPts val="1600"/>
                        </a:lnSpc>
                        <a:spcAft>
                          <a:spcPts val="0"/>
                        </a:spcAft>
                        <a:defRPr sz="1200" b="0">
                          <a:solidFill>
                            <a:srgbClr val="21243A"/>
                          </a:solidFill>
                          <a:latin typeface="Arial"/>
                        </a:defRPr>
                      </a:pPr>
                      <a:r>
                        <a:t>boundaries., Rabbit fur and whiskers have unusually uniform sharpness and</a:t>
                      </a:r>
                    </a:p>
                    <a:p>
                      <a:pPr>
                        <a:lnSpc>
                          <a:spcPts val="1600"/>
                        </a:lnSpc>
                        <a:spcAft>
                          <a:spcPts val="0"/>
                        </a:spcAft>
                        <a:defRPr sz="1200" b="0">
                          <a:solidFill>
                            <a:srgbClr val="21243A"/>
                          </a:solidFill>
                          <a:latin typeface="Arial"/>
                        </a:defRPr>
                      </a:pPr>
                      <a:r>
                        <a:t>strong orange rim lighting., Liquid, tissue, and syringe share exaggerated</a:t>
                      </a:r>
                    </a:p>
                    <a:p>
                      <a:pPr>
                        <a:lnSpc>
                          <a:spcPts val="1600"/>
                        </a:lnSpc>
                        <a:spcAft>
                          <a:spcPts val="0"/>
                        </a:spcAft>
                        <a:defRPr sz="1200" b="0">
                          <a:solidFill>
                            <a:srgbClr val="21243A"/>
                          </a:solidFill>
                          <a:latin typeface="Arial"/>
                        </a:defRPr>
                      </a:pPr>
                      <a:r>
                        <a:t>jewel-like highlights.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Syringe has unusually elaborate stacked connector rings and inconsistent</a:t>
                      </a:r>
                    </a:p>
                    <a:p>
                      <a:pPr>
                        <a:lnSpc>
                          <a:spcPts val="1600"/>
                        </a:lnSpc>
                        <a:spcAft>
                          <a:spcPts val="0"/>
                        </a:spcAft>
                        <a:defRPr sz="1200" b="0">
                          <a:solidFill>
                            <a:srgbClr val="21243A"/>
                          </a:solidFill>
                          <a:latin typeface="Arial"/>
                        </a:defRPr>
                      </a:pPr>
                      <a:r>
                        <a:t>graduation marks.</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Foreground organs and vessels merge into convoluted, highly glossy forms</a:t>
                      </a:r>
                    </a:p>
                    <a:p>
                      <a:pPr>
                        <a:lnSpc>
                          <a:spcPts val="1600"/>
                        </a:lnSpc>
                        <a:spcAft>
                          <a:spcPts val="0"/>
                        </a:spcAft>
                        <a:defRPr sz="1200" b="0">
                          <a:solidFill>
                            <a:srgbClr val="21243A"/>
                          </a:solidFill>
                          <a:latin typeface="Arial"/>
                        </a:defRPr>
                      </a:pPr>
                      <a:r>
                        <a:t>without clear anatomical boundaries.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Rabbit fur and whiskers have unusually uniform sharpness and strong orange rim</a:t>
                      </a:r>
                    </a:p>
                    <a:p>
                      <a:pPr>
                        <a:lnSpc>
                          <a:spcPts val="1600"/>
                        </a:lnSpc>
                        <a:spcAft>
                          <a:spcPts val="0"/>
                        </a:spcAft>
                        <a:defRPr sz="1200" b="0">
                          <a:solidFill>
                            <a:srgbClr val="21243A"/>
                          </a:solidFill>
                          <a:latin typeface="Arial"/>
                        </a:defRPr>
                      </a:pPr>
                      <a:r>
                        <a:t>lighting.</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Liquid, tissue, and syringe share exaggerated jewel-like highlights.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Small four-point sparkle emblem appears at the lower right.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Stylized CGI or a heavily retouched composite could produce similar cues;</a:t>
                      </a:r>
                    </a:p>
                    <a:p>
                      <a:pPr>
                        <a:lnSpc>
                          <a:spcPts val="1600"/>
                        </a:lnSpc>
                        <a:spcAft>
                          <a:spcPts val="0"/>
                        </a:spcAft>
                        <a:defRPr sz="1200" b="0">
                          <a:solidFill>
                            <a:srgbClr val="21243A"/>
                          </a:solidFill>
                          <a:latin typeface="Arial"/>
                        </a:defRPr>
                      </a:pPr>
                      <a:r>
                        <a:t>the image alone cannot establish AI provenance.</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hyper-rendered specular textures on viscera,</a:t>
                      </a:r>
                    </a:p>
                    <a:p>
                      <a:pPr>
                        <a:lnSpc>
                          <a:spcPts val="1600"/>
                        </a:lnSpc>
                        <a:spcAft>
                          <a:spcPts val="0"/>
                        </a:spcAft>
                        <a:defRPr sz="1200" b="0">
                          <a:solidFill>
                            <a:srgbClr val="21243A"/>
                          </a:solidFill>
                          <a:latin typeface="Arial"/>
                        </a:defRPr>
                      </a:pPr>
                      <a:r>
                        <a:t>unnatural fusion of biological anatomical forms, stylized digital lighting and bokeh</a:t>
                      </a:r>
                    </a:p>
                    <a:p>
                      <a:pPr>
                        <a:lnSpc>
                          <a:spcPts val="1600"/>
                        </a:lnSpc>
                        <a:spcAft>
                          <a:spcPts val="0"/>
                        </a:spcAft>
                        <a:defRPr sz="1200" b="0">
                          <a:solidFill>
                            <a:srgbClr val="21243A"/>
                          </a:solidFill>
                          <a:latin typeface="Arial"/>
                        </a:defRPr>
                      </a:pPr>
                      <a:r>
                        <a:t>inconsistencies, AI-typical crisp fur detailing with odd spatial occlusion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Hyper-rendered specular textures on viscera</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Unnatural fusion of biological anatomical forms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Stylized digital lighting and bokeh inconsistencies</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AI-typical crisp fur detailing with odd spatial occlusion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High-end 3D CGI or professional digital compositing can mimic</a:t>
                      </a:r>
                    </a:p>
                    <a:p>
                      <a:pPr>
                        <a:lnSpc>
                          <a:spcPts val="1600"/>
                        </a:lnSpc>
                        <a:spcAft>
                          <a:spcPts val="0"/>
                        </a:spcAft>
                        <a:defRPr sz="1200" b="0">
                          <a:solidFill>
                            <a:srgbClr val="21243A"/>
                          </a:solidFill>
                          <a:latin typeface="Arial"/>
                        </a:defRPr>
                      </a:pPr>
                      <a:r>
                        <a:t>generative-AI artifacts.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2.3, peak 74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7.53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22.81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93/100; tells: hyper-saturated cinematic orange/teal grading</a:t>
                      </a:r>
                    </a:p>
                    <a:p>
                      <a:pPr>
                        <a:lnSpc>
                          <a:spcPts val="1600"/>
                        </a:lnSpc>
                        <a:spcAft>
                          <a:spcPts val="0"/>
                        </a:spcAft>
                        <a:defRPr sz="1200" b="0">
                          <a:solidFill>
                            <a:srgbClr val="21243A"/>
                          </a:solidFill>
                          <a:latin typeface="Arial"/>
                        </a:defRPr>
                      </a:pPr>
                      <a:r>
                        <a:t>typical of image generators, over-sharpened, uniformly detailed rabbit fur and</a:t>
                      </a:r>
                    </a:p>
                    <a:p>
                      <a:pPr>
                        <a:lnSpc>
                          <a:spcPts val="1600"/>
                        </a:lnSpc>
                        <a:spcAft>
                          <a:spcPts val="0"/>
                        </a:spcAft>
                        <a:defRPr sz="1200" b="0">
                          <a:solidFill>
                            <a:srgbClr val="21243A"/>
                          </a:solidFill>
                          <a:latin typeface="Arial"/>
                        </a:defRPr>
                      </a:pPr>
                      <a:r>
                        <a:t>whiskers with glowing rim light, implausible scale and composition: intact rabbit</a:t>
                      </a:r>
                    </a:p>
                    <a:p>
                      <a:pPr>
                        <a:lnSpc>
                          <a:spcPts val="1600"/>
                        </a:lnSpc>
                        <a:spcAft>
                          <a:spcPts val="0"/>
                        </a:spcAft>
                        <a:defRPr sz="1200" b="0">
                          <a:solidFill>
                            <a:srgbClr val="21243A"/>
                          </a:solidFill>
                          <a:latin typeface="Arial"/>
                        </a:defRPr>
                      </a:pPr>
                      <a:r>
                        <a:t>resting directly on a mass of glossy visceral tissue, organ mass has generic,</a:t>
                      </a:r>
                    </a:p>
                    <a:p>
                      <a:pPr>
                        <a:lnSpc>
                          <a:spcPts val="1600"/>
                        </a:lnSpc>
                        <a:spcAft>
                          <a:spcPts val="0"/>
                        </a:spcAft>
                        <a:defRPr sz="1200" b="0">
                          <a:solidFill>
                            <a:srgbClr val="21243A"/>
                          </a:solidFill>
                          <a:latin typeface="Arial"/>
                        </a:defRPr>
                      </a:pPr>
                      <a:r>
                        <a:t>anatomically incoherent structure with plastic-like specular highlights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94/100; tells: Syringe has unusually elaborate stacked</a:t>
                      </a:r>
                    </a:p>
                    <a:p>
                      <a:pPr>
                        <a:lnSpc>
                          <a:spcPts val="1600"/>
                        </a:lnSpc>
                        <a:spcAft>
                          <a:spcPts val="0"/>
                        </a:spcAft>
                        <a:defRPr sz="1200" b="0">
                          <a:solidFill>
                            <a:srgbClr val="21243A"/>
                          </a:solidFill>
                          <a:latin typeface="Arial"/>
                        </a:defRPr>
                      </a:pPr>
                      <a:r>
                        <a:t>connector rings and inconsistent graduation marks., Foreground organs and</a:t>
                      </a:r>
                    </a:p>
                    <a:p>
                      <a:pPr>
                        <a:lnSpc>
                          <a:spcPts val="1600"/>
                        </a:lnSpc>
                        <a:spcAft>
                          <a:spcPts val="0"/>
                        </a:spcAft>
                        <a:defRPr sz="1200" b="0">
                          <a:solidFill>
                            <a:srgbClr val="21243A"/>
                          </a:solidFill>
                          <a:latin typeface="Arial"/>
                        </a:defRPr>
                      </a:pPr>
                      <a:r>
                        <a:t>vessels merge into convoluted, highly glossy forms without clear anatomical</a:t>
                      </a:r>
                    </a:p>
                    <a:p>
                      <a:pPr>
                        <a:lnSpc>
                          <a:spcPts val="1600"/>
                        </a:lnSpc>
                        <a:spcAft>
                          <a:spcPts val="0"/>
                        </a:spcAft>
                        <a:defRPr sz="1200" b="0">
                          <a:solidFill>
                            <a:srgbClr val="21243A"/>
                          </a:solidFill>
                          <a:latin typeface="Arial"/>
                        </a:defRPr>
                      </a:pPr>
                      <a:r>
                        <a:t>boundaries., Rabbit fur and whiskers have unusually uniform sharpness and</a:t>
                      </a:r>
                    </a:p>
                    <a:p>
                      <a:pPr>
                        <a:lnSpc>
                          <a:spcPts val="1600"/>
                        </a:lnSpc>
                        <a:spcAft>
                          <a:spcPts val="0"/>
                        </a:spcAft>
                        <a:defRPr sz="1200" b="0">
                          <a:solidFill>
                            <a:srgbClr val="21243A"/>
                          </a:solidFill>
                          <a:latin typeface="Arial"/>
                        </a:defRPr>
                      </a:pPr>
                      <a:r>
                        <a:t>strong orange rim lighting., Liquid, tissue, and syringe share exaggerated</a:t>
                      </a:r>
                    </a:p>
                    <a:p>
                      <a:pPr>
                        <a:lnSpc>
                          <a:spcPts val="1600"/>
                        </a:lnSpc>
                        <a:spcAft>
                          <a:spcPts val="0"/>
                        </a:spcAft>
                        <a:defRPr sz="1200" b="0">
                          <a:solidFill>
                            <a:srgbClr val="21243A"/>
                          </a:solidFill>
                          <a:latin typeface="Arial"/>
                        </a:defRPr>
                      </a:pPr>
                      <a:r>
                        <a:t>jewel-like highlights.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hyper-rendered specular textures on viscera,</a:t>
                      </a:r>
                    </a:p>
                    <a:p>
                      <a:pPr>
                        <a:lnSpc>
                          <a:spcPts val="1600"/>
                        </a:lnSpc>
                        <a:spcAft>
                          <a:spcPts val="0"/>
                        </a:spcAft>
                        <a:defRPr sz="1200" b="0">
                          <a:solidFill>
                            <a:srgbClr val="21243A"/>
                          </a:solidFill>
                          <a:latin typeface="Arial"/>
                        </a:defRPr>
                      </a:pPr>
                      <a:r>
                        <a:t>unnatural fusion of biological anatomical forms, stylized digital lighting and bokeh</a:t>
                      </a:r>
                    </a:p>
                    <a:p>
                      <a:pPr>
                        <a:lnSpc>
                          <a:spcPts val="1600"/>
                        </a:lnSpc>
                        <a:spcAft>
                          <a:spcPts val="0"/>
                        </a:spcAft>
                        <a:defRPr sz="1200" b="0">
                          <a:solidFill>
                            <a:srgbClr val="21243A"/>
                          </a:solidFill>
                          <a:latin typeface="Arial"/>
                        </a:defRPr>
                      </a:pPr>
                      <a:r>
                        <a:t>inconsistencies, AI-typical crisp fur detailing with odd spatial occlusion</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Visible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SHOCKING STUDY!</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social-media-image.png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19e08bec-290f-4eef-bc04-a35798496852</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2026-09-26T22:31:29+00:00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f849e223762889e4d091fdf09caae3de19bff4cdc6e0024b50379276318f9fe7</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