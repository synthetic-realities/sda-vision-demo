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social-media-image.png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Assessment summary</a:t>
            </a:r>
          </a:p>
          <a:p>
            <a:r>
              <a:t>Finding | Leaning synthetic</a:t>
            </a:r>
          </a:p>
          <a:p>
            <a:r>
              <a:t>Recorded verdict | synthetic likely</a:t>
            </a:r>
          </a:p>
          <a:p>
            <a:r>
              <a:t>Confidence | high</a:t>
            </a:r>
          </a:p>
          <a:p>
            <a:r>
              <a:t>Indicative rating | 93/100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overview</a:t>
            </a:r>
          </a:p>
          <a:p>
            <a:r>
              <a:t>Claude Vision | vision / ok | synthetic likely | 93/100</a:t>
            </a:r>
          </a:p>
          <a:p>
            <a:r>
              <a:t>OpenAI Vision | vision / ok | synthetic likely | 94/100</a:t>
            </a:r>
          </a:p>
          <a:p>
            <a:r>
              <a:t>Gemini Vision | vision / ok | synthetic likely | 82/100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1</a:t>
            </a:r>
          </a:p>
          <a:p>
            <a:r>
              <a:t>Provider | Claude Vision</a:t>
            </a:r>
          </a:p>
          <a:p>
            <a:r>
              <a:t>Model | claude-opus-5-5</a:t>
            </a:r>
          </a:p>
          <a:p>
            <a:r>
              <a:t>Status | ok</a:t>
            </a:r>
          </a:p>
          <a:p>
            <a:r>
              <a:t>Assessment | synthetic likely</a:t>
            </a:r>
          </a:p>
          <a:p>
            <a:r>
              <a:t>Confidence | high</a:t>
            </a:r>
          </a:p>
          <a:p>
            <a:r>
              <a:t>Role in assessment | Supporting</a:t>
            </a:r>
          </a:p>
          <a:p>
            <a:r>
              <a:t>Provider summary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Evidence 1 | Hyper-saturated cinematic orange/teal grading typical of image generators</a:t>
            </a:r>
          </a:p>
          <a:p>
            <a:r>
              <a:t>Evidence 2 | Over-sharpened, uniformly detailed rabbit fur and whiskers with glowing rim light</a:t>
            </a:r>
          </a:p>
          <a:p>
            <a:r>
              <a:t>Evidence 3 | Implausible scale and composition: intact rabbit resting directly on a mass of glossy visceral tissue</a:t>
            </a:r>
          </a:p>
          <a:p>
            <a:r>
              <a:t>Evidence 4 | Organ mass has generic, anatomically incoherent structure with plastic-like specular highlights</a:t>
            </a:r>
          </a:p>
          <a:p>
            <a:r>
              <a:t>Evidence 5 | Stylised glowing drop at needle tip and spark/glow effects without physical light source</a:t>
            </a:r>
          </a:p>
          <a:p>
            <a:r>
              <a:t>Evidence 6 | Syringe barrel markings indistinct and non-legible</a:t>
            </a:r>
          </a:p>
          <a:p>
            <a:r>
              <a:t>Evidence 7 | Uniform bokeh of lab glassware lacking real optical detail</a:t>
            </a:r>
          </a:p>
          <a:p>
            <a:r>
              <a:t>Evidence 8 | Small four-point sparkle watermark in bottom-right corner consistent with an AI-generation provenance mark</a:t>
            </a:r>
          </a:p>
          <a:p>
            <a:r>
              <a:t>Evidence 9 | No camera grain, noise or lens imperfections; overall clean render look</a:t>
            </a:r>
          </a:p>
          <a:p>
            <a:r>
              <a:t>Evidence 10 | Caveat: The text overlay is a graphic addition, so the base image's origin is judged only from visual style and the corner sparkle mark. Verify the mark and any embedded metadata or C2PA/SynthID signals before drawing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1</a:t>
            </a:r>
          </a:p>
          <a:p>
            <a:r>
              <a:t>Provider | Claude Vision</a:t>
            </a:r>
          </a:p>
          <a:p>
            <a:r>
              <a:t>Model | claude-opus-5-5</a:t>
            </a:r>
          </a:p>
          <a:p>
            <a:r>
              <a:t>Status | ok</a:t>
            </a:r>
          </a:p>
          <a:p>
            <a:r>
              <a:t>Assessment | synthetic likely</a:t>
            </a:r>
          </a:p>
          <a:p>
            <a:r>
              <a:t>Confidence | high</a:t>
            </a:r>
          </a:p>
          <a:p>
            <a:r>
              <a:t>Role in assessment | Supporting</a:t>
            </a:r>
          </a:p>
          <a:p>
            <a:r>
              <a:t>Provider summary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Evidence 1 | Hyper-saturated cinematic orange/teal grading typical of image generators</a:t>
            </a:r>
          </a:p>
          <a:p>
            <a:r>
              <a:t>Evidence 2 | Over-sharpened, uniformly detailed rabbit fur and whiskers with glowing rim light</a:t>
            </a:r>
          </a:p>
          <a:p>
            <a:r>
              <a:t>Evidence 3 | Implausible scale and composition: intact rabbit resting directly on a mass of glossy visceral tissue</a:t>
            </a:r>
          </a:p>
          <a:p>
            <a:r>
              <a:t>Evidence 4 | Organ mass has generic, anatomically incoherent structure with plastic-like specular highlights</a:t>
            </a:r>
          </a:p>
          <a:p>
            <a:r>
              <a:t>Evidence 5 | Stylised glowing drop at needle tip and spark/glow effects without physical light source</a:t>
            </a:r>
          </a:p>
          <a:p>
            <a:r>
              <a:t>Evidence 6 | Syringe barrel markings indistinct and non-legible</a:t>
            </a:r>
          </a:p>
          <a:p>
            <a:r>
              <a:t>Evidence 7 | Uniform bokeh of lab glassware lacking real optical detail</a:t>
            </a:r>
          </a:p>
          <a:p>
            <a:r>
              <a:t>Evidence 8 | Small four-point sparkle watermark in bottom-right corner consistent with an AI-generation provenance mark</a:t>
            </a:r>
          </a:p>
          <a:p>
            <a:r>
              <a:t>Evidence 9 | No camera grain, noise or lens imperfections; overall clean render look</a:t>
            </a:r>
          </a:p>
          <a:p>
            <a:r>
              <a:t>Evidence 10 | Caveat: The text overlay is a graphic addition, so the base image's origin is judged only from visual style and the corner sparkle mark. Verify the mark and any embedded metadata or C2PA/SynthID signals before drawing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2</a:t>
            </a:r>
          </a:p>
          <a:p>
            <a:r>
              <a:t>Provider | OpenAI Vision</a:t>
            </a:r>
          </a:p>
          <a:p>
            <a:r>
              <a:t>Model | gpt-6-astra</a:t>
            </a:r>
          </a:p>
          <a:p>
            <a:r>
              <a:t>Status | ok</a:t>
            </a:r>
          </a:p>
          <a:p>
            <a:r>
              <a:t>Assessment | synthetic likely</a:t>
            </a:r>
          </a:p>
          <a:p>
            <a:r>
              <a:t>Confidence | high</a:t>
            </a:r>
          </a:p>
          <a:p>
            <a:r>
              <a:t>Role in assessment | Supporting</a:t>
            </a:r>
          </a:p>
          <a:p>
            <a:r>
              <a:t>Provider summary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Evidence 1 | Syringe has unusually elaborate stacked connector rings and inconsistent graduation marks.</a:t>
            </a:r>
          </a:p>
          <a:p>
            <a:r>
              <a:t>Evidence 2 | Foreground organs and vessels merge into convoluted, highly glossy forms without clear anatomical boundaries.</a:t>
            </a:r>
          </a:p>
          <a:p>
            <a:r>
              <a:t>Evidence 3 | Rabbit fur and whiskers have unusually uniform sharpness and strong orange rim lighting.</a:t>
            </a:r>
          </a:p>
          <a:p>
            <a:r>
              <a:t>Evidence 4 | Liquid, tissue, and syringe share exaggerated jewel-like highlights.</a:t>
            </a:r>
          </a:p>
          <a:p>
            <a:r>
              <a:t>Evidence 5 | Small four-point sparkle emblem appears at the lower right.</a:t>
            </a:r>
          </a:p>
          <a:p>
            <a:r>
              <a:t>Evidence 6 | Caveat: Stylized CGI or a heavily retouched composite could produce similar cues; the image alone cannot establish AI provenance.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2</a:t>
            </a:r>
          </a:p>
          <a:p>
            <a:r>
              <a:t>Provider | OpenAI Vision</a:t>
            </a:r>
          </a:p>
          <a:p>
            <a:r>
              <a:t>Model | gpt-6-astra</a:t>
            </a:r>
          </a:p>
          <a:p>
            <a:r>
              <a:t>Status | ok</a:t>
            </a:r>
          </a:p>
          <a:p>
            <a:r>
              <a:t>Assessment | synthetic likely</a:t>
            </a:r>
          </a:p>
          <a:p>
            <a:r>
              <a:t>Confidence | high</a:t>
            </a:r>
          </a:p>
          <a:p>
            <a:r>
              <a:t>Role in assessment | Supporting</a:t>
            </a:r>
          </a:p>
          <a:p>
            <a:r>
              <a:t>Provider summary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Evidence 1 | Syringe has unusually elaborate stacked connector rings and inconsistent graduation marks.</a:t>
            </a:r>
          </a:p>
          <a:p>
            <a:r>
              <a:t>Evidence 2 | Foreground organs and vessels merge into convoluted, highly glossy forms without clear anatomical boundaries.</a:t>
            </a:r>
          </a:p>
          <a:p>
            <a:r>
              <a:t>Evidence 3 | Rabbit fur and whiskers have unusually uniform sharpness and strong orange rim lighting.</a:t>
            </a:r>
          </a:p>
          <a:p>
            <a:r>
              <a:t>Evidence 4 | Liquid, tissue, and syringe share exaggerated jewel-like highlights.</a:t>
            </a:r>
          </a:p>
          <a:p>
            <a:r>
              <a:t>Evidence 5 | Small four-point sparkle emblem appears at the lower right.</a:t>
            </a:r>
          </a:p>
          <a:p>
            <a:r>
              <a:t>Evidence 6 | Caveat: Stylized CGI or a heavily retouched composite could produce similar cues; the image alone cannot establish AI provenance.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3</a:t>
            </a:r>
          </a:p>
          <a:p>
            <a:r>
              <a:t>Provider | Gemini Vision</a:t>
            </a:r>
          </a:p>
          <a:p>
            <a:r>
              <a:t>Model | gemini-3.8-flash</a:t>
            </a:r>
          </a:p>
          <a:p>
            <a:r>
              <a:t>Status | ok</a:t>
            </a:r>
          </a:p>
          <a:p>
            <a:r>
              <a:t>Assessment | synthetic likely</a:t>
            </a:r>
          </a:p>
          <a:p>
            <a:r>
              <a:t>Confidence | high</a:t>
            </a:r>
          </a:p>
          <a:p>
            <a:r>
              <a:t>Role in assessment | Supporting</a:t>
            </a:r>
          </a:p>
          <a:p>
            <a:r>
              <a:t>Provider summary | synthetic likelihood 82/100; tells: hyper-rendered specular textures on viscera, unnatural fusion of biological anatomical forms, stylized digital lighting and bokeh inconsistencies, AI-typical crisp fur detailing with odd spatial occlusion</a:t>
            </a:r>
          </a:p>
          <a:p>
            <a:r>
              <a:t>Evidence 1 | Hyper-rendered specular textures on viscera</a:t>
            </a:r>
          </a:p>
          <a:p>
            <a:r>
              <a:t>Evidence 2 | Unnatural fusion of biological anatomical forms</a:t>
            </a:r>
          </a:p>
          <a:p>
            <a:r>
              <a:t>Evidence 3 | Stylized digital lighting and bokeh inconsistencies</a:t>
            </a:r>
          </a:p>
          <a:p>
            <a:r>
              <a:t>Evidence 4 | AI-typical crisp fur detailing with odd spatial occlusion</a:t>
            </a:r>
          </a:p>
          <a:p>
            <a:r>
              <a:t>Evidence 5 | Caveat: High-end 3D CGI or professional digital compositing can mimic generative-AI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3</a:t>
            </a:r>
          </a:p>
          <a:p>
            <a:r>
              <a:t>Provider | Gemini Vision</a:t>
            </a:r>
          </a:p>
          <a:p>
            <a:r>
              <a:t>Model | gemini-3.8-flash</a:t>
            </a:r>
          </a:p>
          <a:p>
            <a:r>
              <a:t>Status | ok</a:t>
            </a:r>
          </a:p>
          <a:p>
            <a:r>
              <a:t>Assessment | synthetic likely</a:t>
            </a:r>
          </a:p>
          <a:p>
            <a:r>
              <a:t>Confidence | high</a:t>
            </a:r>
          </a:p>
          <a:p>
            <a:r>
              <a:t>Role in assessment | Supporting</a:t>
            </a:r>
          </a:p>
          <a:p>
            <a:r>
              <a:t>Provider summary | synthetic likelihood 82/100; tells: hyper-rendered specular textures on viscera, unnatural fusion of biological anatomical forms, stylized digital lighting and bokeh inconsistencies, AI-typical crisp fur detailing with odd spatial occlusion</a:t>
            </a:r>
          </a:p>
          <a:p>
            <a:r>
              <a:t>Evidence 1 | Hyper-rendered specular textures on viscera</a:t>
            </a:r>
          </a:p>
          <a:p>
            <a:r>
              <a:t>Evidence 2 | Unnatural fusion of biological anatomical forms</a:t>
            </a:r>
          </a:p>
          <a:p>
            <a:r>
              <a:t>Evidence 3 | Stylized digital lighting and bokeh inconsistencies</a:t>
            </a:r>
          </a:p>
          <a:p>
            <a:r>
              <a:t>Evidence 4 | AI-typical crisp fur detailing with odd spatial occlusion</a:t>
            </a:r>
          </a:p>
          <a:p>
            <a:r>
              <a:t>Evidence 5 | Caveat: High-end 3D CGI or professional digital compositing can mimic generative-AI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2.3, peak 74 (uniform high ELA can indicate generation/heavy edit).</a:t>
            </a:r>
          </a:p>
          <a:p>
            <a:r>
              <a:t>Evidence 3 | High-frequency noise std 7.53 (very low/very uniform noise is a synthesis cue).</a:t>
            </a:r>
          </a:p>
          <a:p>
            <a:r>
              <a:t>Evidence 4 | Spectral peakiness 22.81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Evidence supporting this verdict</a:t>
            </a:r>
          </a:p>
          <a:p>
            <a:r>
              <a:t>Claude Vision | synthetic likelihood 93/100; tells: hyper-saturated cinematic orange/teal grading typical of image generators, over-sharpened, uniformly detailed rabbit fur and whiskers with glowing rim light, implausible scale and composition: intact rabbit resting directly on a mass of glossy visceral tissue, organ mass has generic, anatomically incoherent structure with plastic-like specular highlights</a:t>
            </a:r>
          </a:p>
          <a:p>
            <a:r>
              <a:t>OpenAI Vision | synthetic likelihood 94/100; tells: Syringe has unusually elaborate stacked connector rings and inconsistent graduation marks., Foreground organs and vessels merge into convoluted, highly glossy forms without clear anatomical boundaries., Rabbit fur and whiskers have unusually uniform sharpness and strong orange rim lighting., Liquid, tissue, and syringe share exaggerated jewel-like highlights.</a:t>
            </a:r>
          </a:p>
          <a:p>
            <a:r>
              <a:t>Gemini Vision | synthetic likelihood 82/100; tells: hyper-rendered specular textures on viscera, unnatural fusion of biological anatomical forms, stylized digital lighting and bokeh inconsistencies, AI-typical crisp fur detailing with odd spatial occlusion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Additional findings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Visible text</a:t>
            </a:r>
          </a:p>
          <a:p>
            <a:r>
              <a:t>Recorded text | SHOCKING STUDY!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Cite this analysis</a:t>
            </a:r>
          </a:p>
          <a:p>
            <a:r>
              <a:t>Software (Harvard)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social-media-image.png; media type: image; recorded at: 2026-09-26T22:31:29+00:00;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social-media-image.png</a:t>
            </a:r>
          </a:p>
          <a:p>
            <a:r>
              <a:t>File and analysis record</a:t>
            </a:r>
          </a:p>
          <a:p>
            <a:r>
              <a:t>File | social-media-image.png</a:t>
            </a:r>
          </a:p>
          <a:p>
            <a:r>
              <a:t>Analysis ID | 19e08bec-290f-4eef-bc04-a35798496852</a:t>
            </a:r>
          </a:p>
          <a:p>
            <a:r>
              <a:t>Generated | 2026-09-26T22:31:29+00:00</a:t>
            </a:r>
          </a:p>
          <a:p>
            <a:r>
              <a:t>Tool | SDA Vision 0.1.0</a:t>
            </a:r>
          </a:p>
          <a:p>
            <a:r>
              <a:t>Models | claude-opus-5-5, gemini-3.8-flash, gpt-6-astra</a:t>
            </a:r>
          </a:p>
          <a:p>
            <a:r>
              <a:t>Method version | pdf-preparation-2026-09-26.1</a:t>
            </a:r>
          </a:p>
          <a:p>
            <a:r>
              <a:t>Analysis lens | general</a:t>
            </a:r>
          </a:p>
          <a:p>
            <a:r>
              <a:t>Original SHA-256 | f849e223762889e4d091fdf09caae3de19bff4cdc6e0024b50379276318f9fe7</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3411855" y="1353312"/>
            <a:ext cx="232029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social-media-image.png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93/100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93/100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94/100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93/100; tells: hyper-saturated cinematic orange/teal grading</a:t>
                      </a:r>
                    </a:p>
                    <a:p>
                      <a:pPr>
                        <a:lnSpc>
                          <a:spcPts val="1600"/>
                        </a:lnSpc>
                        <a:spcAft>
                          <a:spcPts val="0"/>
                        </a:spcAft>
                        <a:defRPr sz="1200" b="0">
                          <a:solidFill>
                            <a:srgbClr val="21243A"/>
                          </a:solidFill>
                          <a:latin typeface="Arial"/>
                        </a:defRPr>
                      </a:pPr>
                      <a:r>
                        <a:t>typical of image generators, over-sharpened, uniformly detailed rabbit fur and</a:t>
                      </a:r>
                    </a:p>
                    <a:p>
                      <a:pPr>
                        <a:lnSpc>
                          <a:spcPts val="1600"/>
                        </a:lnSpc>
                        <a:spcAft>
                          <a:spcPts val="0"/>
                        </a:spcAft>
                        <a:defRPr sz="1200" b="0">
                          <a:solidFill>
                            <a:srgbClr val="21243A"/>
                          </a:solidFill>
                          <a:latin typeface="Arial"/>
                        </a:defRPr>
                      </a:pPr>
                      <a:r>
                        <a:t>whiskers with glowing rim light, implausible scale and composition: intact rabbit</a:t>
                      </a:r>
                    </a:p>
                    <a:p>
                      <a:pPr>
                        <a:lnSpc>
                          <a:spcPts val="1600"/>
                        </a:lnSpc>
                        <a:spcAft>
                          <a:spcPts val="0"/>
                        </a:spcAft>
                        <a:defRPr sz="1200" b="0">
                          <a:solidFill>
                            <a:srgbClr val="21243A"/>
                          </a:solidFill>
                          <a:latin typeface="Arial"/>
                        </a:defRPr>
                      </a:pPr>
                      <a:r>
                        <a:t>resting directly on a mass of glossy visceral tissue, organ mass has generic,</a:t>
                      </a:r>
                    </a:p>
                    <a:p>
                      <a:pPr>
                        <a:lnSpc>
                          <a:spcPts val="1600"/>
                        </a:lnSpc>
                        <a:spcAft>
                          <a:spcPts val="0"/>
                        </a:spcAft>
                        <a:defRPr sz="1200" b="0">
                          <a:solidFill>
                            <a:srgbClr val="21243A"/>
                          </a:solidFill>
                          <a:latin typeface="Arial"/>
                        </a:defRPr>
                      </a:pPr>
                      <a:r>
                        <a:t>anatomically incoherent structure with plastic-like specular highlights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Hyper-saturated cinematic orange/teal grading typical of image generators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Over-sharpened, uniformly detailed rabbit fur and whiskers with glowing rim light</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Implausible scale and composition: intact rabbit resting directly on a mass of</a:t>
                      </a:r>
                    </a:p>
                    <a:p>
                      <a:pPr>
                        <a:lnSpc>
                          <a:spcPts val="1600"/>
                        </a:lnSpc>
                        <a:spcAft>
                          <a:spcPts val="0"/>
                        </a:spcAft>
                        <a:defRPr sz="1200" b="0">
                          <a:solidFill>
                            <a:srgbClr val="21243A"/>
                          </a:solidFill>
                          <a:latin typeface="Arial"/>
                        </a:defRPr>
                      </a:pPr>
                      <a:r>
                        <a:t>glossy visceral tissue</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Organ mass has generic, anatomically incoherent structure with plastic-like</a:t>
                      </a:r>
                    </a:p>
                    <a:p>
                      <a:pPr>
                        <a:lnSpc>
                          <a:spcPts val="1600"/>
                        </a:lnSpc>
                        <a:spcAft>
                          <a:spcPts val="0"/>
                        </a:spcAft>
                        <a:defRPr sz="1200" b="0">
                          <a:solidFill>
                            <a:srgbClr val="21243A"/>
                          </a:solidFill>
                          <a:latin typeface="Arial"/>
                        </a:defRPr>
                      </a:pPr>
                      <a:r>
                        <a:t>specular highlights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Stylised glowing drop at needle tip and spark/glow effects without physical light</a:t>
                      </a:r>
                    </a:p>
                    <a:p>
                      <a:pPr>
                        <a:lnSpc>
                          <a:spcPts val="1600"/>
                        </a:lnSpc>
                        <a:spcAft>
                          <a:spcPts val="0"/>
                        </a:spcAft>
                        <a:defRPr sz="1200" b="0">
                          <a:solidFill>
                            <a:srgbClr val="21243A"/>
                          </a:solidFill>
                          <a:latin typeface="Arial"/>
                        </a:defRPr>
                      </a:pPr>
                      <a:r>
                        <a:t>source</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3588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Syringe barrel markings indistinct and non-legible</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7084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bokeh of lab glassware lacking real optical detail</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40579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Small four-point sparkle watermark in bottom-right corner consistent with an</a:t>
                      </a:r>
                    </a:p>
                    <a:p>
                      <a:pPr>
                        <a:lnSpc>
                          <a:spcPts val="1600"/>
                        </a:lnSpc>
                        <a:spcAft>
                          <a:spcPts val="0"/>
                        </a:spcAft>
                        <a:defRPr sz="1200" b="0">
                          <a:solidFill>
                            <a:srgbClr val="21243A"/>
                          </a:solidFill>
                          <a:latin typeface="Arial"/>
                        </a:defRPr>
                      </a:pPr>
                      <a:r>
                        <a:t>AI-generation provenance mark</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6106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grain, noise or lens imperfections; overall clean render look</a:t>
                      </a:r>
                    </a:p>
                  </a:txBody>
                  <a:tcPr marL="82296" marR="82296" marT="64008" marB="64008">
                    <a:solidFill>
                      <a:srgbClr val="FFFFFF"/>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The text overlay is a graphic addition, so the base image's origin is judged</a:t>
                      </a:r>
                    </a:p>
                    <a:p>
                      <a:pPr>
                        <a:lnSpc>
                          <a:spcPts val="1600"/>
                        </a:lnSpc>
                        <a:spcAft>
                          <a:spcPts val="0"/>
                        </a:spcAft>
                        <a:defRPr sz="1200" b="0">
                          <a:solidFill>
                            <a:srgbClr val="21243A"/>
                          </a:solidFill>
                          <a:latin typeface="Arial"/>
                        </a:defRPr>
                      </a:pPr>
                      <a:r>
                        <a:t>only from visual style and the corner sparkle mark. Verify the mark and any</a:t>
                      </a:r>
                    </a:p>
                    <a:p>
                      <a:pPr>
                        <a:lnSpc>
                          <a:spcPts val="1600"/>
                        </a:lnSpc>
                        <a:spcAft>
                          <a:spcPts val="0"/>
                        </a:spcAft>
                        <a:defRPr sz="1200" b="0">
                          <a:solidFill>
                            <a:srgbClr val="21243A"/>
                          </a:solidFill>
                          <a:latin typeface="Arial"/>
                        </a:defRPr>
                      </a:pPr>
                      <a:r>
                        <a:t>embedded metadata or C2PA/SynthID signals before drawing conclusions.</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94/100; tells: Syringe has unusually elaborate stacked</a:t>
                      </a:r>
                    </a:p>
                    <a:p>
                      <a:pPr>
                        <a:lnSpc>
                          <a:spcPts val="1600"/>
                        </a:lnSpc>
                        <a:spcAft>
                          <a:spcPts val="0"/>
                        </a:spcAft>
                        <a:defRPr sz="1200" b="0">
                          <a:solidFill>
                            <a:srgbClr val="21243A"/>
                          </a:solidFill>
                          <a:latin typeface="Arial"/>
                        </a:defRPr>
                      </a:pPr>
                      <a:r>
                        <a:t>connector rings and inconsistent graduation marks., Foreground organs and</a:t>
                      </a:r>
                    </a:p>
                    <a:p>
                      <a:pPr>
                        <a:lnSpc>
                          <a:spcPts val="1600"/>
                        </a:lnSpc>
                        <a:spcAft>
                          <a:spcPts val="0"/>
                        </a:spcAft>
                        <a:defRPr sz="1200" b="0">
                          <a:solidFill>
                            <a:srgbClr val="21243A"/>
                          </a:solidFill>
                          <a:latin typeface="Arial"/>
                        </a:defRPr>
                      </a:pPr>
                      <a:r>
                        <a:t>vessels merge into convoluted, highly glossy forms without clear anatomical</a:t>
                      </a:r>
                    </a:p>
                    <a:p>
                      <a:pPr>
                        <a:lnSpc>
                          <a:spcPts val="1600"/>
                        </a:lnSpc>
                        <a:spcAft>
                          <a:spcPts val="0"/>
                        </a:spcAft>
                        <a:defRPr sz="1200" b="0">
                          <a:solidFill>
                            <a:srgbClr val="21243A"/>
                          </a:solidFill>
                          <a:latin typeface="Arial"/>
                        </a:defRPr>
                      </a:pPr>
                      <a:r>
                        <a:t>boundaries., Rabbit fur and whiskers have unusually uniform sharpness and</a:t>
                      </a:r>
                    </a:p>
                    <a:p>
                      <a:pPr>
                        <a:lnSpc>
                          <a:spcPts val="1600"/>
                        </a:lnSpc>
                        <a:spcAft>
                          <a:spcPts val="0"/>
                        </a:spcAft>
                        <a:defRPr sz="1200" b="0">
                          <a:solidFill>
                            <a:srgbClr val="21243A"/>
                          </a:solidFill>
                          <a:latin typeface="Arial"/>
                        </a:defRPr>
                      </a:pPr>
                      <a:r>
                        <a:t>strong orange rim lighting., Liquid, tissue, and syringe share exaggerated</a:t>
                      </a:r>
                    </a:p>
                    <a:p>
                      <a:pPr>
                        <a:lnSpc>
                          <a:spcPts val="1600"/>
                        </a:lnSpc>
                        <a:spcAft>
                          <a:spcPts val="0"/>
                        </a:spcAft>
                        <a:defRPr sz="1200" b="0">
                          <a:solidFill>
                            <a:srgbClr val="21243A"/>
                          </a:solidFill>
                          <a:latin typeface="Arial"/>
                        </a:defRPr>
                      </a:pPr>
                      <a:r>
                        <a:t>jewel-like highlights.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Syringe has unusually elaborate stacked connector rings and inconsistent</a:t>
                      </a:r>
                    </a:p>
                    <a:p>
                      <a:pPr>
                        <a:lnSpc>
                          <a:spcPts val="1600"/>
                        </a:lnSpc>
                        <a:spcAft>
                          <a:spcPts val="0"/>
                        </a:spcAft>
                        <a:defRPr sz="1200" b="0">
                          <a:solidFill>
                            <a:srgbClr val="21243A"/>
                          </a:solidFill>
                          <a:latin typeface="Arial"/>
                        </a:defRPr>
                      </a:pPr>
                      <a:r>
                        <a:t>graduation marks.</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Foreground organs and vessels merge into convoluted, highly glossy forms</a:t>
                      </a:r>
                    </a:p>
                    <a:p>
                      <a:pPr>
                        <a:lnSpc>
                          <a:spcPts val="1600"/>
                        </a:lnSpc>
                        <a:spcAft>
                          <a:spcPts val="0"/>
                        </a:spcAft>
                        <a:defRPr sz="1200" b="0">
                          <a:solidFill>
                            <a:srgbClr val="21243A"/>
                          </a:solidFill>
                          <a:latin typeface="Arial"/>
                        </a:defRPr>
                      </a:pPr>
                      <a:r>
                        <a:t>without clear anatomical boundaries.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Rabbit fur and whiskers have unusually uniform sharpness and strong orange rim</a:t>
                      </a:r>
                    </a:p>
                    <a:p>
                      <a:pPr>
                        <a:lnSpc>
                          <a:spcPts val="1600"/>
                        </a:lnSpc>
                        <a:spcAft>
                          <a:spcPts val="0"/>
                        </a:spcAft>
                        <a:defRPr sz="1200" b="0">
                          <a:solidFill>
                            <a:srgbClr val="21243A"/>
                          </a:solidFill>
                          <a:latin typeface="Arial"/>
                        </a:defRPr>
                      </a:pPr>
                      <a:r>
                        <a:t>lighting.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Liquid, tissue, and syringe share exaggerated jewel-like highlights.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Small four-point sparkle emblem appears at the lower right.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Stylized CGI or a heavily retouched composite could produce similar cues;</a:t>
                      </a:r>
                    </a:p>
                    <a:p>
                      <a:pPr>
                        <a:lnSpc>
                          <a:spcPts val="1600"/>
                        </a:lnSpc>
                        <a:spcAft>
                          <a:spcPts val="0"/>
                        </a:spcAft>
                        <a:defRPr sz="1200" b="0">
                          <a:solidFill>
                            <a:srgbClr val="21243A"/>
                          </a:solidFill>
                          <a:latin typeface="Arial"/>
                        </a:defRPr>
                      </a:pPr>
                      <a:r>
                        <a:t>the image alone cannot establish AI provenance.</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hyper-rendered specular textures on viscera,</a:t>
                      </a:r>
                    </a:p>
                    <a:p>
                      <a:pPr>
                        <a:lnSpc>
                          <a:spcPts val="1600"/>
                        </a:lnSpc>
                        <a:spcAft>
                          <a:spcPts val="0"/>
                        </a:spcAft>
                        <a:defRPr sz="1200" b="0">
                          <a:solidFill>
                            <a:srgbClr val="21243A"/>
                          </a:solidFill>
                          <a:latin typeface="Arial"/>
                        </a:defRPr>
                      </a:pPr>
                      <a:r>
                        <a:t>unnatural fusion of biological anatomical forms, stylized digital lighting and bokeh</a:t>
                      </a:r>
                    </a:p>
                    <a:p>
                      <a:pPr>
                        <a:lnSpc>
                          <a:spcPts val="1600"/>
                        </a:lnSpc>
                        <a:spcAft>
                          <a:spcPts val="0"/>
                        </a:spcAft>
                        <a:defRPr sz="1200" b="0">
                          <a:solidFill>
                            <a:srgbClr val="21243A"/>
                          </a:solidFill>
                          <a:latin typeface="Arial"/>
                        </a:defRPr>
                      </a:pPr>
                      <a:r>
                        <a:t>inconsistencies, AI-typical crisp fur detailing with odd spatial occlusion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Hyper-rendered specular textures on viscera</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Unnatural fusion of biological anatomical forms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lighting and bokeh inconsistencies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AI-typical crisp fur detailing with odd spatial occlusion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High-end 3D CGI or professional digital compositing can mimic</a:t>
                      </a:r>
                    </a:p>
                    <a:p>
                      <a:pPr>
                        <a:lnSpc>
                          <a:spcPts val="1600"/>
                        </a:lnSpc>
                        <a:spcAft>
                          <a:spcPts val="0"/>
                        </a:spcAft>
                        <a:defRPr sz="1200" b="0">
                          <a:solidFill>
                            <a:srgbClr val="21243A"/>
                          </a:solidFill>
                          <a:latin typeface="Arial"/>
                        </a:defRPr>
                      </a:pPr>
                      <a:r>
                        <a:t>generative-AI artifacts.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2.3, peak 74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7.53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22.81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93/100; tells: hyper-saturated cinematic orange/teal grading</a:t>
                      </a:r>
                    </a:p>
                    <a:p>
                      <a:pPr>
                        <a:lnSpc>
                          <a:spcPts val="1600"/>
                        </a:lnSpc>
                        <a:spcAft>
                          <a:spcPts val="0"/>
                        </a:spcAft>
                        <a:defRPr sz="1200" b="0">
                          <a:solidFill>
                            <a:srgbClr val="21243A"/>
                          </a:solidFill>
                          <a:latin typeface="Arial"/>
                        </a:defRPr>
                      </a:pPr>
                      <a:r>
                        <a:t>typical of image generators, over-sharpened, uniformly detailed rabbit fur and</a:t>
                      </a:r>
                    </a:p>
                    <a:p>
                      <a:pPr>
                        <a:lnSpc>
                          <a:spcPts val="1600"/>
                        </a:lnSpc>
                        <a:spcAft>
                          <a:spcPts val="0"/>
                        </a:spcAft>
                        <a:defRPr sz="1200" b="0">
                          <a:solidFill>
                            <a:srgbClr val="21243A"/>
                          </a:solidFill>
                          <a:latin typeface="Arial"/>
                        </a:defRPr>
                      </a:pPr>
                      <a:r>
                        <a:t>whiskers with glowing rim light, implausible scale and composition: intact rabbit</a:t>
                      </a:r>
                    </a:p>
                    <a:p>
                      <a:pPr>
                        <a:lnSpc>
                          <a:spcPts val="1600"/>
                        </a:lnSpc>
                        <a:spcAft>
                          <a:spcPts val="0"/>
                        </a:spcAft>
                        <a:defRPr sz="1200" b="0">
                          <a:solidFill>
                            <a:srgbClr val="21243A"/>
                          </a:solidFill>
                          <a:latin typeface="Arial"/>
                        </a:defRPr>
                      </a:pPr>
                      <a:r>
                        <a:t>resting directly on a mass of glossy visceral tissue, organ mass has generic,</a:t>
                      </a:r>
                    </a:p>
                    <a:p>
                      <a:pPr>
                        <a:lnSpc>
                          <a:spcPts val="1600"/>
                        </a:lnSpc>
                        <a:spcAft>
                          <a:spcPts val="0"/>
                        </a:spcAft>
                        <a:defRPr sz="1200" b="0">
                          <a:solidFill>
                            <a:srgbClr val="21243A"/>
                          </a:solidFill>
                          <a:latin typeface="Arial"/>
                        </a:defRPr>
                      </a:pPr>
                      <a:r>
                        <a:t>anatomically incoherent structure with plastic-like specular highlights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94/100; tells: Syringe has unusually elaborate stacked</a:t>
                      </a:r>
                    </a:p>
                    <a:p>
                      <a:pPr>
                        <a:lnSpc>
                          <a:spcPts val="1600"/>
                        </a:lnSpc>
                        <a:spcAft>
                          <a:spcPts val="0"/>
                        </a:spcAft>
                        <a:defRPr sz="1200" b="0">
                          <a:solidFill>
                            <a:srgbClr val="21243A"/>
                          </a:solidFill>
                          <a:latin typeface="Arial"/>
                        </a:defRPr>
                      </a:pPr>
                      <a:r>
                        <a:t>connector rings and inconsistent graduation marks., Foreground organs and</a:t>
                      </a:r>
                    </a:p>
                    <a:p>
                      <a:pPr>
                        <a:lnSpc>
                          <a:spcPts val="1600"/>
                        </a:lnSpc>
                        <a:spcAft>
                          <a:spcPts val="0"/>
                        </a:spcAft>
                        <a:defRPr sz="1200" b="0">
                          <a:solidFill>
                            <a:srgbClr val="21243A"/>
                          </a:solidFill>
                          <a:latin typeface="Arial"/>
                        </a:defRPr>
                      </a:pPr>
                      <a:r>
                        <a:t>vessels merge into convoluted, highly glossy forms without clear anatomical</a:t>
                      </a:r>
                    </a:p>
                    <a:p>
                      <a:pPr>
                        <a:lnSpc>
                          <a:spcPts val="1600"/>
                        </a:lnSpc>
                        <a:spcAft>
                          <a:spcPts val="0"/>
                        </a:spcAft>
                        <a:defRPr sz="1200" b="0">
                          <a:solidFill>
                            <a:srgbClr val="21243A"/>
                          </a:solidFill>
                          <a:latin typeface="Arial"/>
                        </a:defRPr>
                      </a:pPr>
                      <a:r>
                        <a:t>boundaries., Rabbit fur and whiskers have unusually uniform sharpness and</a:t>
                      </a:r>
                    </a:p>
                    <a:p>
                      <a:pPr>
                        <a:lnSpc>
                          <a:spcPts val="1600"/>
                        </a:lnSpc>
                        <a:spcAft>
                          <a:spcPts val="0"/>
                        </a:spcAft>
                        <a:defRPr sz="1200" b="0">
                          <a:solidFill>
                            <a:srgbClr val="21243A"/>
                          </a:solidFill>
                          <a:latin typeface="Arial"/>
                        </a:defRPr>
                      </a:pPr>
                      <a:r>
                        <a:t>strong orange rim lighting., Liquid, tissue, and syringe share exaggerated</a:t>
                      </a:r>
                    </a:p>
                    <a:p>
                      <a:pPr>
                        <a:lnSpc>
                          <a:spcPts val="1600"/>
                        </a:lnSpc>
                        <a:spcAft>
                          <a:spcPts val="0"/>
                        </a:spcAft>
                        <a:defRPr sz="1200" b="0">
                          <a:solidFill>
                            <a:srgbClr val="21243A"/>
                          </a:solidFill>
                          <a:latin typeface="Arial"/>
                        </a:defRPr>
                      </a:pPr>
                      <a:r>
                        <a:t>jewel-like highlights.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hyper-rendered specular textures on viscera,</a:t>
                      </a:r>
                    </a:p>
                    <a:p>
                      <a:pPr>
                        <a:lnSpc>
                          <a:spcPts val="1600"/>
                        </a:lnSpc>
                        <a:spcAft>
                          <a:spcPts val="0"/>
                        </a:spcAft>
                        <a:defRPr sz="1200" b="0">
                          <a:solidFill>
                            <a:srgbClr val="21243A"/>
                          </a:solidFill>
                          <a:latin typeface="Arial"/>
                        </a:defRPr>
                      </a:pPr>
                      <a:r>
                        <a:t>unnatural fusion of biological anatomical forms, stylized digital lighting and bokeh</a:t>
                      </a:r>
                    </a:p>
                    <a:p>
                      <a:pPr>
                        <a:lnSpc>
                          <a:spcPts val="1600"/>
                        </a:lnSpc>
                        <a:spcAft>
                          <a:spcPts val="0"/>
                        </a:spcAft>
                        <a:defRPr sz="1200" b="0">
                          <a:solidFill>
                            <a:srgbClr val="21243A"/>
                          </a:solidFill>
                          <a:latin typeface="Arial"/>
                        </a:defRPr>
                      </a:pPr>
                      <a:r>
                        <a:t>inconsistencies, AI-typical crisp fur detailing with odd spatial occlusion</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SHOCKING STUDY!</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(Harvard)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social-media-image.png; media type: image; recorded at:</a:t>
                      </a:r>
                    </a:p>
                    <a:p>
                      <a:pPr>
                        <a:lnSpc>
                          <a:spcPts val="1600"/>
                        </a:lnSpc>
                        <a:spcAft>
                          <a:spcPts val="0"/>
                        </a:spcAft>
                        <a:defRPr sz="1200" b="0">
                          <a:solidFill>
                            <a:srgbClr val="21243A"/>
                          </a:solidFill>
                          <a:latin typeface="Arial"/>
                        </a:defRPr>
                      </a:pPr>
                      <a:r>
                        <a:t>2026-09-26T22:31:29+00:00;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social-media-image.png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19e08bec-290f-4eef-bc04-a35798496852</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2026-09-26T22:31:29+00:00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f849e223762889e4d091fdf09caae3de19bff4cdc6e0024b50379276318f9fe7</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