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social-media-image.png</a:t>
            </a:r>
          </a:p>
          <a:p>
            <a:r>
              <a:t>social-media-image.png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social-media-image.png</a:t>
            </a:r>
          </a:p>
          <a:p>
            <a:r>
              <a:t>Assessment summary</a:t>
            </a:r>
          </a:p>
          <a:p>
            <a:r>
              <a:t>Finding | Inconclusive</a:t>
            </a:r>
          </a:p>
          <a:p>
            <a:r>
              <a:t>Recorded verdict | inconclusive</a:t>
            </a:r>
          </a:p>
          <a:p>
            <a:r>
              <a:t>Confidence | low</a:t>
            </a:r>
          </a:p>
          <a:p>
            <a:r>
              <a:t>Indicative rating | n/a</a:t>
            </a:r>
          </a:p>
          <a:p>
            <a:r>
              <a:t>Rating basis | no numeric score</a:t>
            </a:r>
          </a:p>
          <a:p>
            <a:r>
              <a:t>Explanation | No vision model returned a usable result. Check provider status in the table.</a:t>
            </a:r>
          </a:p>
          <a:p>
            <a:r>
              <a:t>Coverage | image - 1 frame(s) analysed</a:t>
            </a:r>
          </a:p>
          <a:p>
            <a:r>
              <a:t>Review context | Research assessment. Review alongside source information and context. When credentials are missing, origin remains unresolved by this check. Use these findings to inform a documented human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social-media-image.png</a:t>
            </a:r>
          </a:p>
          <a:p>
            <a:r>
              <a:t>Provider overview</a:t>
            </a:r>
          </a:p>
          <a:p>
            <a:r>
              <a:t>Claude Vision | vision / disabled | inconclusive | n/a</a:t>
            </a:r>
          </a:p>
          <a:p>
            <a:r>
              <a:t>OpenAI Vision | vision / disabled | inconclusive | n/a</a:t>
            </a:r>
          </a:p>
          <a:p>
            <a:r>
              <a:t>Gemini Vision | vision / disabled | inconclusive | n/a</a:t>
            </a:r>
          </a:p>
          <a:p>
            <a:r>
              <a:t>C2PA Content Credentials | provenance / ok | inconclusive | n/a</a:t>
            </a:r>
          </a:p>
          <a:p>
            <a:r>
              <a:t>Local forensic cues | forensic / ok | partially synthetic | 41/100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social-media-image.png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Not recorded</a:t>
            </a:r>
          </a:p>
          <a:p>
            <a:r>
              <a:t>Status | disabled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Not listed</a:t>
            </a:r>
          </a:p>
          <a:p>
            <a:r>
              <a:t>Provider summary | LLM visual check not run for this example. This testing record contains local file checks only.</a:t>
            </a:r>
          </a:p>
          <a:p>
            <a:r>
              <a:t>Evidence 1 | No request or image was sent to this provider for this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social-media-image.png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Not recorded</a:t>
            </a:r>
          </a:p>
          <a:p>
            <a:r>
              <a:t>Status | disabled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Not listed</a:t>
            </a:r>
          </a:p>
          <a:p>
            <a:r>
              <a:t>Provider summary | LLM visual check not run for this example. This testing record contains local file checks only.</a:t>
            </a:r>
          </a:p>
          <a:p>
            <a:r>
              <a:t>Evidence 1 | No request or image was sent to this provider for this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social-media-image.png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Not recorded</a:t>
            </a:r>
          </a:p>
          <a:p>
            <a:r>
              <a:t>Status | disabled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Not listed</a:t>
            </a:r>
          </a:p>
          <a:p>
            <a:r>
              <a:t>Provider summary | LLM visual check not run for this example. This testing record contains local file checks only.</a:t>
            </a:r>
          </a:p>
          <a:p>
            <a:r>
              <a:t>Evidence 1 | No request or image was sent to this provider for this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social-media-image.png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social-media-image.png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social-media-image.png</a:t>
            </a:r>
          </a:p>
          <a:p>
            <a:r>
              <a:t>Provider evidence / 5</a:t>
            </a:r>
          </a:p>
          <a:p>
            <a:r>
              <a:t>Provider | Local forensic cues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partially synthetic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Heuristic synthetic likelihood 41/100 from metadata + pixel statistics.</a:t>
            </a:r>
          </a:p>
          <a:p>
            <a:r>
              <a:t>Evidence 1 | No camera EXIF (common in AI exports, screenshots, and re-saves).</a:t>
            </a:r>
          </a:p>
          <a:p>
            <a:r>
              <a:t>Evidence 2 | ELA mean 2.3, peak 74 (uniform high ELA can indicate generation/heavy edit).</a:t>
            </a:r>
          </a:p>
          <a:p>
            <a:r>
              <a:t>Evidence 3 | High-frequency noise std 7.53 (very low/very uniform noise is a synthesis cue).</a:t>
            </a:r>
          </a:p>
          <a:p>
            <a:r>
              <a:t>Evidence 4 | Spectral peakiness 22.81 (periodic frequency peaks can mark generated textures).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social-media-image.png</a:t>
            </a:r>
          </a:p>
          <a:p>
            <a:r>
              <a:t>Evidence supporting this verdict</a:t>
            </a:r>
          </a:p>
          <a:p>
            <a:r>
              <a:t>Record | No entries recorded.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social-media-image.png</a:t>
            </a:r>
          </a:p>
          <a:p>
            <a:r>
              <a:t>Additional findings</a:t>
            </a:r>
          </a:p>
          <a:p>
            <a:r>
              <a:t>Local forensic cues | Supporting observation; considered alongside the model assessments.</a:t>
            </a:r>
          </a:p>
          <a:p>
            <a:r>
              <a:t>C2PA Content Credentials | Embedded credentials: none found. Origin remains unresolved by this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social-media-image.png</a:t>
            </a:r>
          </a:p>
          <a:p>
            <a:r>
              <a:t>How this assessment was reached</a:t>
            </a:r>
          </a:p>
          <a:p>
            <a:r>
              <a:t>1. override | outcome=none; detail=No confirmed C2PA AI assertion or SynthID watermark. Origin remains unresolved by these checks.</a:t>
            </a:r>
          </a:p>
          <a:p>
            <a:r>
              <a:t>2. model_agreement | synthetic=[]; authentic=[]; uncertain=[]; forensic_supports_synthetic=False</a:t>
            </a:r>
          </a:p>
          <a:p>
            <a:r>
              <a:t>3. verdict | value=inconclusive; confidence=low; reason=No vision model returned a usable result. Check provider status in the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social-media-image.png</a:t>
            </a:r>
          </a:p>
          <a:p>
            <a:r>
              <a:t>File and analysis record</a:t>
            </a:r>
          </a:p>
          <a:p>
            <a:r>
              <a:t>File | social-media-image.png</a:t>
            </a:r>
          </a:p>
          <a:p>
            <a:r>
              <a:t>Analysis ID | 791f18c7-91de-4d8b-916a-6b877a042396</a:t>
            </a:r>
          </a:p>
          <a:p>
            <a:r>
              <a:t>Generated | 2026-09-26T18:37:50+00:00</a:t>
            </a:r>
          </a:p>
          <a:p>
            <a:r>
              <a:t>Tool | SDA Vision 0.1.0</a:t>
            </a:r>
          </a:p>
          <a:p>
            <a:r>
              <a:t>Models | Not recorded</a:t>
            </a:r>
          </a:p>
          <a:p>
            <a:r>
              <a:t>Method version | verdict-consistency-2026-09-26.1</a:t>
            </a:r>
          </a:p>
          <a:p>
            <a:r>
              <a:t>Analysis lens | general</a:t>
            </a:r>
          </a:p>
          <a:p>
            <a:r>
              <a:t>Original SHA-256 | f849e223762889e4d091fdf09caae3de19bff4cdc6e0024b50379276318f9fe7</a:t>
            </a:r>
          </a:p>
          <a:p>
            <a:r>
              <a:t>Ingestion note 1 | Local checks only. LLM visual checks have not been run for this example; no provider requests or fees. An Inconclusive combined result here reflects unavailable visual assessments, not three inconclusive model replies.</a:t>
            </a:r>
          </a:p>
          <a:p>
            <a:r>
              <a:t>Ingestion note 2 | Presentation copy of saved report 7f8a9f15-683f-4b03-bf3a-61ee41b8866a. The descriptive filename replaces the earlier example ID for navigation. Original analysis dates, provider replies, scores and acquisition context are retained; no new model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social-media-image.png</a:t>
            </a:r>
          </a:p>
          <a:p>
            <a:r>
              <a:t>File and analysis record</a:t>
            </a:r>
          </a:p>
          <a:p>
            <a:r>
              <a:t>File | social-media-image.png</a:t>
            </a:r>
          </a:p>
          <a:p>
            <a:r>
              <a:t>Analysis ID | 791f18c7-91de-4d8b-916a-6b877a042396</a:t>
            </a:r>
          </a:p>
          <a:p>
            <a:r>
              <a:t>Generated | 2026-09-26T18:37:50+00:00</a:t>
            </a:r>
          </a:p>
          <a:p>
            <a:r>
              <a:t>Tool | SDA Vision 0.1.0</a:t>
            </a:r>
          </a:p>
          <a:p>
            <a:r>
              <a:t>Models | Not recorded</a:t>
            </a:r>
          </a:p>
          <a:p>
            <a:r>
              <a:t>Method version | verdict-consistency-2026-09-26.1</a:t>
            </a:r>
          </a:p>
          <a:p>
            <a:r>
              <a:t>Analysis lens | general</a:t>
            </a:r>
          </a:p>
          <a:p>
            <a:r>
              <a:t>Original SHA-256 | f849e223762889e4d091fdf09caae3de19bff4cdc6e0024b50379276318f9fe7</a:t>
            </a:r>
          </a:p>
          <a:p>
            <a:r>
              <a:t>Ingestion note 1 | Local checks only. LLM visual checks have not been run for this example; no provider requests or fees. An Inconclusive combined result here reflects unavailable visual assessments, not three inconclusive model replies.</a:t>
            </a:r>
          </a:p>
          <a:p>
            <a:r>
              <a:t>Ingestion note 2 | Presentation copy of saved report 7f8a9f15-683f-4b03-bf3a-61ee41b8866a. The descriptive filename replaces the earlier example ID for navigation. Original analysis dates, provider replies, scores and acquisition context are retained; no new model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Analysed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1855" y="1353312"/>
            <a:ext cx="232029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532120"/>
            <a:ext cx="8412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0">
                <a:solidFill>
                  <a:srgbClr val="21243A"/>
                </a:solidFill>
                <a:latin typeface="Arial"/>
              </a:defRPr>
            </a:pPr>
            <a:r>
              <a:t>social-media-image.png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Assessment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verdict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Indicative rating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Rating basis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numeric score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Explanation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vision model returned a usable result. Check provider status in the table.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image - 1 frame(s) analysed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Review context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Research assessment. Review alongside source information and context. When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credentials are missing, origin remains unresolved by this check. Use these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findings to inform a documented human review.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8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Type / status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Rating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disabled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disabled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disabled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provenance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forensic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41/100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disabled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listed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LLM visual check not run for this example. This testing record contains local file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checks only.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3505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request or image was sent to this provider for this record.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disabled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listed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LLM visual check not run for this example. This testing record contains local file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checks only.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3505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request or image was sent to this provider for this record.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disabled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listed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LLM visual check not run for this example. This testing record contains local file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checks only.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3505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request or image was sent to this provider for this record.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Coverage: credentials embedded in the submitted file. External credentials were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retrieved.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7000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Verifier: c2pa-python 0.37.12; native SDK 0.91.0; specification target 2.4; policy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embedded-offline-reviewed-trust-v3.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Offline embedded-manifest verification; no network trust-list, manifest 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revocation refresh.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reviewed local C2PA trust snapshot installed. Provenance overrides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disabled.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Heuristic synthetic likelihood 41/100 from metadata + pixel statistics.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camera EXIF (common in AI exports, screenshots, and re-saves).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ELA mean 2.3, peak 74 (uniform high ELA can indicate generation/heavy edit).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48463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High-frequency noise std 7.53 (very low/very uniform noise is a synthesis cue).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519582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Spectral peakiness 22.81 (periodic frequency peaks can mark generated textures).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Evidence supporting this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entries recorded.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Additional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 observation; considered alongside the model assessments.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How this assessment was reached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1. override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outcome=none; detail=No confirmed C2PA AI assertion or SynthID watermark.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 remains unresolved by these checks.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2. model_agreement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synthetic=[]; authentic=[]; uncertain=[]; forensic_supports_synthetic=False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6029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3. verdict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value=inconclusive; confidence=low; reason=No vision model returned a usable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result. Check provider status in the table.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social-media-image.png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ID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791f18c7-91de-4d8b-916a-6b877a042396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Generated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2026-09-26T18:37:50+00:00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Tool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SDA Vision 0.1.0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Method version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verdict-consistency-2026-09-26.1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lens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Original SHA-256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f849e223762889e4d091fdf09caae3de19bff4cdc6e0024b50379276318f9fe7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checks only. LLM visual checks have not been run for this example; no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requests or fees. An Inconclusive combined result here reflects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unavailable visual assessments, not three inconclusive model replies.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Presentation copy of saved report 7f8a9f15-683f-4b03-bf3a-61ee41b8866a. The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descriptive filename replaces the earlier example ID for navigation. Original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dates, provider replies, scores and acquisition context are retained; no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Continued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new model analysis.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