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animated-video.mov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Assessment summary</a:t>
            </a:r>
          </a:p>
          <a:p>
            <a:r>
              <a:t>Finding | Leaning synthetic</a:t>
            </a:r>
          </a:p>
          <a:p>
            <a:r>
              <a:t>Recorded verdict | synthetic likely</a:t>
            </a:r>
          </a:p>
          <a:p>
            <a:r>
              <a:t>Confidence | medium</a:t>
            </a:r>
          </a:p>
          <a:p>
            <a:r>
              <a:t>Indicative rating | 84/100</a:t>
            </a:r>
          </a:p>
          <a:p>
            <a:r>
              <a:t>Rating basis | rounded mean of available frame scores; not a calibrated probability</a:t>
            </a:r>
          </a:p>
          <a:p>
            <a:r>
              <a:t>Explanation | 4 of 4 frames read as synthetic or edited.</a:t>
            </a:r>
          </a:p>
          <a:p>
            <a:r>
              <a:t>Coverage | video - 4 frame(s) analysed</a:t>
            </a:r>
          </a:p>
          <a:p>
            <a:r>
              <a:t>Review context | Research assessment. Review alongside source information and context. When credentials are missing, origin remains unresolved by this check. Use these findings to inform a documented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Provider overview</a:t>
            </a:r>
          </a:p>
          <a:p>
            <a:r>
              <a:t>Claude Vision | vision / ok | synthetic likely | 90/100</a:t>
            </a:r>
          </a:p>
          <a:p>
            <a:r>
              <a:t>OpenAI Vision | vision / ok | synthetic likely | 88/100</a:t>
            </a:r>
          </a:p>
          <a:p>
            <a:r>
              <a:t>Gemini Vision | vision / ok | synthetic likely | 68/100</a:t>
            </a:r>
          </a:p>
          <a:p>
            <a:r>
              <a:t>C2PA Content Credentials | provenance / ok | inconclusive | n/a</a:t>
            </a:r>
          </a:p>
          <a:p>
            <a:r>
              <a:t>Local forensic cues | forensic / ok | partially synthetic | 47/100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Worst of 4 frames (00:09): synthetic likelihood 90/100; tells: glowing swirling portal inside brick archway rendered seamlessly into scene lighting, smooth, waxy skin texture with painterly softness on all three faces, uniformly cinematic teal-orange grade and volumetric haze typical of generative video models, fruit in crates and baskets rendered as repetitive, near-identical blobs with little individual detail</a:t>
            </a:r>
          </a:p>
          <a:p>
            <a:r>
              <a:t>Evidence 1 | Frame 00:03: 85/100</a:t>
            </a:r>
          </a:p>
          <a:p>
            <a:r>
              <a:t>Evidence 2 | Frame 00:06: 88/100</a:t>
            </a:r>
          </a:p>
          <a:p>
            <a:r>
              <a:t>Evidence 3 | Frame 00:09: 90/100</a:t>
            </a:r>
          </a:p>
          <a:p>
            <a:r>
              <a:t>Evidence 4 | Frame 00:12: 88/100</a:t>
            </a:r>
          </a:p>
          <a:p>
            <a:r>
              <a:t>Evidence 5 | Glowing swirling portal inside brick archway rendered seamlessly into scene lighting</a:t>
            </a:r>
          </a:p>
          <a:p>
            <a:r>
              <a:t>Evidence 6 | Smooth, waxy skin texture with painterly softness on all three faces</a:t>
            </a:r>
          </a:p>
          <a:p>
            <a:r>
              <a:t>Evidence 7 | Uniformly cinematic teal-orange grade and volumetric haze typical of generative video models</a:t>
            </a:r>
          </a:p>
          <a:p>
            <a:r>
              <a:t>Evidence 8 | Fruit in crates and baskets rendered as repetitive, near-identical blobs with little individual detail</a:t>
            </a:r>
          </a:p>
          <a:p>
            <a:r>
              <a:t>Evidence 9 | Illegible, smeared signage on building in background portal view</a:t>
            </a:r>
          </a:p>
          <a:p>
            <a:r>
              <a:t>Evidence 10 | Left woman's hand-held apple and basket handle show soft, ambiguous edges</a:t>
            </a:r>
          </a:p>
          <a:p>
            <a:r>
              <a:t>Evidence 11 | Wet cobblestones with generic, pattern-like texture and reflections lacking consistent light sources</a:t>
            </a:r>
          </a:p>
          <a:p>
            <a:r>
              <a:t>Evidence 12 | Filename indicates frame extracted from an animated video</a:t>
            </a:r>
          </a:p>
          <a:p>
            <a:r>
              <a:t>Evidence 13 | Caveat: Assessment is based on a single compressed frame. A skilled VFX composite or CGI production could produce similar traits, so the original video, its metadata and its provenance should be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Worst of 4 frames (00:09): synthetic likelihood 90/100; tells: glowing swirling portal inside brick archway rendered seamlessly into scene lighting, smooth, waxy skin texture with painterly softness on all three faces, uniformly cinematic teal-orange grade and volumetric haze typical of generative video models, fruit in crates and baskets rendered as repetitive, near-identical blobs with little individual detail</a:t>
            </a:r>
          </a:p>
          <a:p>
            <a:r>
              <a:t>Evidence 1 | Frame 00:03: 85/100</a:t>
            </a:r>
          </a:p>
          <a:p>
            <a:r>
              <a:t>Evidence 2 | Frame 00:06: 88/100</a:t>
            </a:r>
          </a:p>
          <a:p>
            <a:r>
              <a:t>Evidence 3 | Frame 00:09: 90/100</a:t>
            </a:r>
          </a:p>
          <a:p>
            <a:r>
              <a:t>Evidence 4 | Frame 00:12: 88/100</a:t>
            </a:r>
          </a:p>
          <a:p>
            <a:r>
              <a:t>Evidence 5 | Glowing swirling portal inside brick archway rendered seamlessly into scene lighting</a:t>
            </a:r>
          </a:p>
          <a:p>
            <a:r>
              <a:t>Evidence 6 | Smooth, waxy skin texture with painterly softness on all three faces</a:t>
            </a:r>
          </a:p>
          <a:p>
            <a:r>
              <a:t>Evidence 7 | Uniformly cinematic teal-orange grade and volumetric haze typical of generative video models</a:t>
            </a:r>
          </a:p>
          <a:p>
            <a:r>
              <a:t>Evidence 8 | Fruit in crates and baskets rendered as repetitive, near-identical blobs with little individual detail</a:t>
            </a:r>
          </a:p>
          <a:p>
            <a:r>
              <a:t>Evidence 9 | Illegible, smeared signage on building in background portal view</a:t>
            </a:r>
          </a:p>
          <a:p>
            <a:r>
              <a:t>Evidence 10 | Left woman's hand-held apple and basket handle show soft, ambiguous edges</a:t>
            </a:r>
          </a:p>
          <a:p>
            <a:r>
              <a:t>Evidence 11 | Wet cobblestones with generic, pattern-like texture and reflections lacking consistent light sources</a:t>
            </a:r>
          </a:p>
          <a:p>
            <a:r>
              <a:t>Evidence 12 | Filename indicates frame extracted from an animated video</a:t>
            </a:r>
          </a:p>
          <a:p>
            <a:r>
              <a:t>Evidence 13 | Caveat: Assessment is based on a single compressed frame. A skilled VFX composite or CGI production could produce similar traits, so the original video, its metadata and its provenance should be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Worst of 4 frames (00:09): synthetic likelihood 90/100; tells: glowing swirling portal inside brick archway rendered seamlessly into scene lighting, smooth, waxy skin texture with painterly softness on all three faces, uniformly cinematic teal-orange grade and volumetric haze typical of generative video models, fruit in crates and baskets rendered as repetitive, near-identical blobs with little individual detail</a:t>
            </a:r>
          </a:p>
          <a:p>
            <a:r>
              <a:t>Evidence 1 | Frame 00:03: 85/100</a:t>
            </a:r>
          </a:p>
          <a:p>
            <a:r>
              <a:t>Evidence 2 | Frame 00:06: 88/100</a:t>
            </a:r>
          </a:p>
          <a:p>
            <a:r>
              <a:t>Evidence 3 | Frame 00:09: 90/100</a:t>
            </a:r>
          </a:p>
          <a:p>
            <a:r>
              <a:t>Evidence 4 | Frame 00:12: 88/100</a:t>
            </a:r>
          </a:p>
          <a:p>
            <a:r>
              <a:t>Evidence 5 | Glowing swirling portal inside brick archway rendered seamlessly into scene lighting</a:t>
            </a:r>
          </a:p>
          <a:p>
            <a:r>
              <a:t>Evidence 6 | Smooth, waxy skin texture with painterly softness on all three faces</a:t>
            </a:r>
          </a:p>
          <a:p>
            <a:r>
              <a:t>Evidence 7 | Uniformly cinematic teal-orange grade and volumetric haze typical of generative video models</a:t>
            </a:r>
          </a:p>
          <a:p>
            <a:r>
              <a:t>Evidence 8 | Fruit in crates and baskets rendered as repetitive, near-identical blobs with little individual detail</a:t>
            </a:r>
          </a:p>
          <a:p>
            <a:r>
              <a:t>Evidence 9 | Illegible, smeared signage on building in background portal view</a:t>
            </a:r>
          </a:p>
          <a:p>
            <a:r>
              <a:t>Evidence 10 | Left woman's hand-held apple and basket handle show soft, ambiguous edges</a:t>
            </a:r>
          </a:p>
          <a:p>
            <a:r>
              <a:t>Evidence 11 | Wet cobblestones with generic, pattern-like texture and reflections lacking consistent light sources</a:t>
            </a:r>
          </a:p>
          <a:p>
            <a:r>
              <a:t>Evidence 12 | Filename indicates frame extracted from an animated video</a:t>
            </a:r>
          </a:p>
          <a:p>
            <a:r>
              <a:t>Evidence 13 | Caveat: Assessment is based on a single compressed frame. A skilled VFX composite or CGI production could produce similar traits, so the original video, its metadata and its provenance should be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Worst of 4 frames (00:12): synthetic likelihood 88/100; tells: Translucent figures overlap the storefront with smeared, poorly resolved anatomy., Window figures do not clearly correspond to the foreground woman's pose or position., Dragon-like creature behind the left figure has soft, indistinct anatomical boundaries., Costume details and produce have unusually uniform, painterly surface smoothing.</a:t>
            </a:r>
          </a:p>
          <a:p>
            <a:r>
              <a:t>Evidence 1 | Frame 00:03: 85/100</a:t>
            </a:r>
          </a:p>
          <a:p>
            <a:r>
              <a:t>Evidence 2 | Frame 00:06: 83/100</a:t>
            </a:r>
          </a:p>
          <a:p>
            <a:r>
              <a:t>Evidence 3 | Frame 00:09: 80/100</a:t>
            </a:r>
          </a:p>
          <a:p>
            <a:r>
              <a:t>Evidence 4 | Frame 00:12: 88/100</a:t>
            </a:r>
          </a:p>
          <a:p>
            <a:r>
              <a:t>Evidence 5 | Translucent figures overlap the storefront with smeared, poorly resolved anatomy.</a:t>
            </a:r>
          </a:p>
          <a:p>
            <a:r>
              <a:t>Evidence 6 | Window figures do not clearly correspond to the foreground woman's pose or position.</a:t>
            </a:r>
          </a:p>
          <a:p>
            <a:r>
              <a:t>Evidence 7 | Dragon-like creature behind the left figure has soft, indistinct anatomical boundaries.</a:t>
            </a:r>
          </a:p>
          <a:p>
            <a:r>
              <a:t>Evidence 8 | Costume details and produce have unusually uniform, painterly surface smoothing.</a:t>
            </a:r>
          </a:p>
          <a:p>
            <a:r>
              <a:t>Evidence 9 | Caveat: Conventional CGI, compositing, and video motion blur could explain these effects; the small shop lettering is not reliably legible.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Worst of 4 frames (00:12): synthetic likelihood 88/100; tells: Translucent figures overlap the storefront with smeared, poorly resolved anatomy., Window figures do not clearly correspond to the foreground woman's pose or position., Dragon-like creature behind the left figure has soft, indistinct anatomical boundaries., Costume details and produce have unusually uniform, painterly surface smoothing.</a:t>
            </a:r>
          </a:p>
          <a:p>
            <a:r>
              <a:t>Evidence 1 | Frame 00:03: 85/100</a:t>
            </a:r>
          </a:p>
          <a:p>
            <a:r>
              <a:t>Evidence 2 | Frame 00:06: 83/100</a:t>
            </a:r>
          </a:p>
          <a:p>
            <a:r>
              <a:t>Evidence 3 | Frame 00:09: 80/100</a:t>
            </a:r>
          </a:p>
          <a:p>
            <a:r>
              <a:t>Evidence 4 | Frame 00:12: 88/100</a:t>
            </a:r>
          </a:p>
          <a:p>
            <a:r>
              <a:t>Evidence 5 | Translucent figures overlap the storefront with smeared, poorly resolved anatomy.</a:t>
            </a:r>
          </a:p>
          <a:p>
            <a:r>
              <a:t>Evidence 6 | Window figures do not clearly correspond to the foreground woman's pose or position.</a:t>
            </a:r>
          </a:p>
          <a:p>
            <a:r>
              <a:t>Evidence 7 | Dragon-like creature behind the left figure has soft, indistinct anatomical boundaries.</a:t>
            </a:r>
          </a:p>
          <a:p>
            <a:r>
              <a:t>Evidence 8 | Costume details and produce have unusually uniform, painterly surface smoothing.</a:t>
            </a:r>
          </a:p>
          <a:p>
            <a:r>
              <a:t>Evidence 9 | Caveat: Conventional CGI, compositing, and video motion blur could explain these effects; the small shop lettering is not reliably legible.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Worst of 4 frames (00:03): synthetic likelihood 68/100; tells: CGI or generative rendering textures on creature scales, unnatural lighting blend between creature and tunnel background, diffuse glow inconsistency around wrist gauntlet projection, smooth plastic-like skin texture on subject</a:t>
            </a:r>
          </a:p>
          <a:p>
            <a:r>
              <a:t>Evidence 1 | Frame 00:03: 68/100</a:t>
            </a:r>
          </a:p>
          <a:p>
            <a:r>
              <a:t>Evidence 2 | Frame 00:06: 68/100</a:t>
            </a:r>
          </a:p>
          <a:p>
            <a:r>
              <a:t>Evidence 3 | Frame 00:09: 38/100</a:t>
            </a:r>
          </a:p>
          <a:p>
            <a:r>
              <a:t>Evidence 4 | Frame 00:12: 35/100</a:t>
            </a:r>
          </a:p>
          <a:p>
            <a:r>
              <a:t>Evidence 5 | CGI or generative rendering textures on creature scales</a:t>
            </a:r>
          </a:p>
          <a:p>
            <a:r>
              <a:t>Evidence 6 | Unnatural lighting blend between creature and tunnel background</a:t>
            </a:r>
          </a:p>
          <a:p>
            <a:r>
              <a:t>Evidence 7 | Diffuse glow inconsistency around wrist gauntlet projection</a:t>
            </a:r>
          </a:p>
          <a:p>
            <a:r>
              <a:t>Evidence 8 | Smooth plastic-like skin texture on subject</a:t>
            </a:r>
          </a:p>
          <a:p>
            <a:r>
              <a:t>Evidence 9 | Caveat: Distinction between high-end commercial VFX/CGI and fully generative AI video frames requires full file or temporal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Worst of 4 frames (00:03): synthetic likelihood 68/100; tells: CGI or generative rendering textures on creature scales, unnatural lighting blend between creature and tunnel background, diffuse glow inconsistency around wrist gauntlet projection, smooth plastic-like skin texture on subject</a:t>
            </a:r>
          </a:p>
          <a:p>
            <a:r>
              <a:t>Evidence 1 | Frame 00:03: 68/100</a:t>
            </a:r>
          </a:p>
          <a:p>
            <a:r>
              <a:t>Evidence 2 | Frame 00:06: 68/100</a:t>
            </a:r>
          </a:p>
          <a:p>
            <a:r>
              <a:t>Evidence 3 | Frame 00:09: 38/100</a:t>
            </a:r>
          </a:p>
          <a:p>
            <a:r>
              <a:t>Evidence 4 | Frame 00:12: 35/100</a:t>
            </a:r>
          </a:p>
          <a:p>
            <a:r>
              <a:t>Evidence 5 | CGI or generative rendering textures on creature scales</a:t>
            </a:r>
          </a:p>
          <a:p>
            <a:r>
              <a:t>Evidence 6 | Unnatural lighting blend between creature and tunnel background</a:t>
            </a:r>
          </a:p>
          <a:p>
            <a:r>
              <a:t>Evidence 7 | Diffuse glow inconsistency around wrist gauntlet projection</a:t>
            </a:r>
          </a:p>
          <a:p>
            <a:r>
              <a:t>Evidence 8 | Smooth plastic-like skin texture on subject</a:t>
            </a:r>
          </a:p>
          <a:p>
            <a:r>
              <a:t>Evidence 9 | Caveat: Distinction between high-end commercial VFX/CGI and fully generative AI video frames requires full file or temporal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Provider evidence / 5</a:t>
            </a:r>
          </a:p>
          <a:p>
            <a:r>
              <a:t>Provider | Local forensic cues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partially synthetic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Worst of 4 frames (00:03): Heuristic synthetic likelihood 47/100 from metadata + pixel statistics.</a:t>
            </a:r>
          </a:p>
          <a:p>
            <a:r>
              <a:t>Evidence 1 | Frame 00:03: 47/100</a:t>
            </a:r>
          </a:p>
          <a:p>
            <a:r>
              <a:t>Evidence 2 | Frame 00:06: 47/100</a:t>
            </a:r>
          </a:p>
          <a:p>
            <a:r>
              <a:t>Evidence 3 | Frame 00:09: 47/100</a:t>
            </a:r>
          </a:p>
          <a:p>
            <a:r>
              <a:t>Evidence 4 | Frame 00:12: 47/100</a:t>
            </a:r>
          </a:p>
          <a:p>
            <a:r>
              <a:t>Evidence 5 | No camera EXIF (common in AI exports, screenshots, and re-saves).</a:t>
            </a:r>
          </a:p>
          <a:p>
            <a:r>
              <a:t>Evidence 6 | ELA mean 0.5, peak 14 (uniform high ELA can indicate generation/heavy edit).</a:t>
            </a:r>
          </a:p>
          <a:p>
            <a:r>
              <a:t>Evidence 7 | High-frequency noise std 2.95 (very low/very uniform noise is a synthesis cue).</a:t>
            </a:r>
          </a:p>
          <a:p>
            <a:r>
              <a:t>Evidence 8 | Spectral peakiness 39.98 (periodic frequency peaks can mark generated textures).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Provider evidence / 5</a:t>
            </a:r>
          </a:p>
          <a:p>
            <a:r>
              <a:t>Provider | Local forensic cues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partially synthetic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Worst of 4 frames (00:03): Heuristic synthetic likelihood 47/100 from metadata + pixel statistics.</a:t>
            </a:r>
          </a:p>
          <a:p>
            <a:r>
              <a:t>Evidence 1 | Frame 00:03: 47/100</a:t>
            </a:r>
          </a:p>
          <a:p>
            <a:r>
              <a:t>Evidence 2 | Frame 00:06: 47/100</a:t>
            </a:r>
          </a:p>
          <a:p>
            <a:r>
              <a:t>Evidence 3 | Frame 00:09: 47/100</a:t>
            </a:r>
          </a:p>
          <a:p>
            <a:r>
              <a:t>Evidence 4 | Frame 00:12: 47/100</a:t>
            </a:r>
          </a:p>
          <a:p>
            <a:r>
              <a:t>Evidence 5 | No camera EXIF (common in AI exports, screenshots, and re-saves).</a:t>
            </a:r>
          </a:p>
          <a:p>
            <a:r>
              <a:t>Evidence 6 | ELA mean 0.5, peak 14 (uniform high ELA can indicate generation/heavy edit).</a:t>
            </a:r>
          </a:p>
          <a:p>
            <a:r>
              <a:t>Evidence 7 | High-frequency noise std 2.95 (very low/very uniform noise is a synthesis cue).</a:t>
            </a:r>
          </a:p>
          <a:p>
            <a:r>
              <a:t>Evidence 8 | Spectral peakiness 39.98 (periodic frequency peaks can mark generated textures).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Per-frame results</a:t>
            </a:r>
          </a:p>
          <a:p>
            <a:r>
              <a:t>00:03 | synthetic likely | 85</a:t>
            </a:r>
          </a:p>
          <a:p>
            <a:r>
              <a:t>00:06 | synthetic likely | 83</a:t>
            </a:r>
          </a:p>
          <a:p>
            <a:r>
              <a:t>00:09 | synthetic likely | 80</a:t>
            </a:r>
          </a:p>
          <a:p>
            <a:r>
              <a:t>00:12 | synthetic likely | 88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Local soundtrack inspection</a:t>
            </a:r>
          </a:p>
          <a:p>
            <a:r>
              <a:t>Record 1 | Audio inspection: present; tracks: 1.</a:t>
            </a:r>
          </a:p>
          <a:p>
            <a:r>
              <a:t>Record 2 | Track 0: aac, 2 channel(s), 44100 Hz; duration 15.070499s; decode decoded; 3/3 sampled windows above -60 dBFS after mono downmix.</a:t>
            </a:r>
          </a:p>
          <a:p>
            <a:r>
              <a:t>Record 3 | Sample windows: 0.0s + 3.0s; 6.035s + 3.0s; 12.07s + 3.0s</a:t>
            </a:r>
          </a:p>
          <a:p>
            <a:r>
              <a:t>Record 4 | Original-file credentials are recorded separately. Credential coverage of this audio track: unresolved.</a:t>
            </a:r>
          </a:p>
          <a:p>
            <a:r>
              <a:t>Record 5 | Audio-level measurements cover the sampled windows. The remaining audio has not been inspected by this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Assessment coverage</a:t>
            </a:r>
          </a:p>
          <a:p>
            <a:r>
              <a:t>Record 1 | Visual verdicts for videos cover the sampled still frames. Standalone-audio content assessments cover the transcript. Soundtrack-origin detection and continuous-motion analysis are outside these assessments.</a:t>
            </a:r>
          </a:p>
          <a:p>
            <a:r>
              <a:t>Record 2 | Original-file credentials, excerpt descriptions and visual interpretation are recorded separately. Credential coverage of an individual audio track remains unresolved by this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Evidence supporting this verdict</a:t>
            </a:r>
          </a:p>
          <a:p>
            <a:r>
              <a:t>Claude Vision | Worst of 4 frames (00:09): synthetic likelihood 90/100; tells: glowing swirling portal inside brick archway rendered seamlessly into scene lighting, smooth, waxy skin texture with painterly softness on all three faces, uniformly cinematic teal-orange grade and volumetric haze typical of generative video models, fruit in crates and baskets rendered as repetitive, near-identical blobs with little individual detail</a:t>
            </a:r>
          </a:p>
          <a:p>
            <a:r>
              <a:t>OpenAI Vision | Worst of 4 frames (00:12): synthetic likelihood 88/100; tells: Translucent figures overlap the storefront with smeared, poorly resolved anatomy., Window figures do not clearly correspond to the foreground woman's pose or position., Dragon-like creature behind the left figure has soft, indistinct anatomical boundaries., Costume details and produce have unusually uniform, painterly surface smoothing.</a:t>
            </a:r>
          </a:p>
          <a:p>
            <a:r>
              <a:t>Gemini Vision | Worst of 4 frames (00:03): synthetic likelihood 68/100; tells: CGI or generative rendering textures on creature scales, unnatural lighting blend between creature and tunnel background, diffuse glow inconsistency around wrist gauntlet projection, smooth plastic-like skin texture on subject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Additional findings</a:t>
            </a:r>
          </a:p>
          <a:p>
            <a:r>
              <a:t>Local forensic cues | Supporting observation; considered alongside the model assessments.</a:t>
            </a:r>
          </a:p>
          <a:p>
            <a:r>
              <a:t>C2PA Content Credentials | Embedded credentials: none found. Origin remains unresolved by this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Visible text</a:t>
            </a:r>
          </a:p>
          <a:p>
            <a:r>
              <a:t>Recorded text | SLANE NW EASE (partially legible, likely garbled)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How this assessment was reached</a:t>
            </a:r>
          </a:p>
          <a:p>
            <a:r>
              <a:t>1. frame_agreement | frames=4; synthetic_frames=4; authentic_frames=0; rating_spread=8</a:t>
            </a:r>
          </a:p>
          <a:p>
            <a:r>
              <a:t>2. verdict | value=synthetic_likely; confidence=medium; reason=4 of 4 frames read as synthetic or edited.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File and analysis record</a:t>
            </a:r>
          </a:p>
          <a:p>
            <a:r>
              <a:t>File | animated-video.mov</a:t>
            </a:r>
          </a:p>
          <a:p>
            <a:r>
              <a:t>Analysis ID | cb156800-47b6-4687-a9fa-67963f5aa819</a:t>
            </a:r>
          </a:p>
          <a:p>
            <a:r>
              <a:t>Generated | 2026-09-27T21:00:50.708133+00:00</a:t>
            </a:r>
          </a:p>
          <a:p>
            <a:r>
              <a:t>Tool | SDA Vision 0.1.0</a:t>
            </a:r>
          </a:p>
          <a:p>
            <a:r>
              <a:t>Models | claude-opus-5-5, gemini-3.8-flash, gpt-6-astra</a:t>
            </a:r>
          </a:p>
          <a:p>
            <a:r>
              <a:t>Method version | pdf-preparation-2026-09-26.1</a:t>
            </a:r>
          </a:p>
          <a:p>
            <a:r>
              <a:t>Analysis lens | general</a:t>
            </a:r>
          </a:p>
          <a:p>
            <a:r>
              <a:t>Original SHA-256 | af5b2c84950d66ce32b4d7f603314a7fc70a9353d397ca71aa78d35e2327ce23</a:t>
            </a:r>
          </a:p>
          <a:p>
            <a:r>
              <a:t>Ingestion note 1 | Duration 15s; sampled 4 frame(s).</a:t>
            </a:r>
          </a:p>
          <a:p>
            <a:r>
              <a:t>Ingestion note 2 | Audio tracks inspected locally. Soundtrack uploads require a separate optional check; AI-origin detection from sound is outside this workflow.</a:t>
            </a:r>
          </a:p>
          <a:p>
            <a:r>
              <a:t>Ingestion note 3 | Visual assessment covers the sampled still frames. Soundtrack checks are recorded separately; continuous motion is outside this assessment.</a:t>
            </a:r>
          </a:p>
          <a:p>
            <a:r>
              <a:t>Ingestion note 4 | Completed provider replies recovered offline after a local thumbnail error. Response-to-frame associations were reconstructed from the distinct scene descriptions; individual API timings were not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animated-video.mov</a:t>
            </a:r>
          </a:p>
          <a:p>
            <a:r>
              <a:t>File and analysis record</a:t>
            </a:r>
          </a:p>
          <a:p>
            <a:r>
              <a:t>File | animated-video.mov</a:t>
            </a:r>
          </a:p>
          <a:p>
            <a:r>
              <a:t>Analysis ID | cb156800-47b6-4687-a9fa-67963f5aa819</a:t>
            </a:r>
          </a:p>
          <a:p>
            <a:r>
              <a:t>Generated | 2026-09-27T21:00:50.708133+00:00</a:t>
            </a:r>
          </a:p>
          <a:p>
            <a:r>
              <a:t>Tool | SDA Vision 0.1.0</a:t>
            </a:r>
          </a:p>
          <a:p>
            <a:r>
              <a:t>Models | claude-opus-5-5, gemini-3.8-flash, gpt-6-astra</a:t>
            </a:r>
          </a:p>
          <a:p>
            <a:r>
              <a:t>Method version | pdf-preparation-2026-09-26.1</a:t>
            </a:r>
          </a:p>
          <a:p>
            <a:r>
              <a:t>Analysis lens | general</a:t>
            </a:r>
          </a:p>
          <a:p>
            <a:r>
              <a:t>Original SHA-256 | af5b2c84950d66ce32b4d7f603314a7fc70a9353d397ca71aa78d35e2327ce23</a:t>
            </a:r>
          </a:p>
          <a:p>
            <a:r>
              <a:t>Ingestion note 1 | Duration 15s; sampled 4 frame(s).</a:t>
            </a:r>
          </a:p>
          <a:p>
            <a:r>
              <a:t>Ingestion note 2 | Audio tracks inspected locally. Soundtrack uploads require a separate optional check; AI-origin detection from sound is outside this workflow.</a:t>
            </a:r>
          </a:p>
          <a:p>
            <a:r>
              <a:t>Ingestion note 3 | Visual assessment covers the sampled still frames. Soundtrack checks are recorded separately; continuous motion is outside this assessment.</a:t>
            </a:r>
          </a:p>
          <a:p>
            <a:r>
              <a:t>Ingestion note 4 | Completed provider replies recovered offline after a local thumbnail error. Response-to-frame associations were reconstructed from the distinct scene descriptions; individual API timings were not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Analysed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46" y="1353312"/>
            <a:ext cx="7333306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5321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21243A"/>
                </a:solidFill>
                <a:latin typeface="Arial"/>
              </a:defRPr>
            </a:pPr>
            <a:r>
              <a:t>animated-video.mov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Assessment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Leaning synthetic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verdict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Indicative rating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84/100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Rating basis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rounded mean of available frame scores; not a calibrated probability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Explanation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4 of 4 frames read as synthetic or edited.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video - 4 frame(s) analysed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Review context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Research assessment. Review alongside source information and context. When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credentials are missing, origin remains unresolved by this check. Use these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findings to inform a documented human review.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8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Type / status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Rating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90/100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88/100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68/100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provenance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forensic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47/100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116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1623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(00:09): synthetic likelihood 90/100; tells: glowing swirling portal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inside brick archway rendered seamlessly into scene lighting, smooth, waxy skin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texture with painterly softness on all three faces, uniformly cinematic teal-orange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grade and volumetric haze typical of generative video models, fruit in crates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baskets rendered as repetitive, near-identical blobs with little individual detail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9601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00:03: 85/100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3096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00:06: 88/100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00:09: 90/100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00:12: 88/100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Glowing swirling portal inside brick archway rendered seamlessly into scene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lighting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9524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Smooth, waxy skin texture with painterly softness on all three faces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301999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Uniformly cinematic teal-orange grade and volumetric haze typical of generative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video models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85470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Fruit in crates and baskets rendered as repetitive, near-identical blobs with little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individual detail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4074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9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Illegible, smeared signage on building in background portal view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7569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Left woman's hand-held apple and basket handle show soft, ambiguous edges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1064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Wet cobblestones with generic, pattern-like texture and reflections lacking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consistent light sources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Filename indicates frame extracted from an animated video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Assessment is based on a single compressed frame. A skilled VFX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composite or CGI production could produce similar traits, so the original video, its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metadata and its provenance should be checked.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gpt-6-astra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1365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3655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(00:12): synthetic likelihood 88/100; tells: Translucent figures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overlap the storefront with smeared, poorly resolved anatomy., Window figures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do not clearly correspond to the foreground woman's pose or position.,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Dragon-like creature behind the left figure has soft, indistinct anatomical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boundaries., Costume details and produce have unusually uniform, painterly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surface smoothing.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1633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00:03: 85/100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5128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00:06: 83/100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00:09: 80/100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00:12: 88/100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Translucent figures overlap the storefront with smeared, poorly resolved anatomy.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Window figures do not clearly correspond to the foreground woman's pose or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position.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30200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Dragon-like creature behind the left figure has soft, indistinct anatomical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boundaries.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85470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Costume details and produce have unusually uniform, painterly surface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smoothing.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40740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9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Conventional CGI, compositing, and video motion blur could explain these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effects; the small shop lettering is not reliably legible.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gemini-3.8-flash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(00:03): synthetic likelihood 68/100; tells: CGI or generative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rendering textures on creature scales, unnatural lighting blend between creature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tunnel background, diffuse glow inconsistency around wrist gauntlet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projection, smooth plastic-like skin texture on subject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7569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00:03: 68/100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1064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00:06: 68/100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4559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00:09: 38/100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00:12: 35/100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CGI or generative rendering textures on creature scales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Unnatural lighting blend between creature and tunnel background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Diffuse glow inconsistency around wrist gauntlet projection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Smooth plastic-like skin texture on subject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9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Distinction between high-end commercial VFX/CGI and fully generative AI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video frames requires full file or temporal analysis.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Coverage: credentials embedded in the submitted file. External credentials were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retrieved.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7000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Verifier: c2pa-python 0.37.12; native SDK 0.91.0; specification target 2.4; policy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embedded-offline-reviewed-trust-v3.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25272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Offline embedded-manifest verification; no network trust-list, manifest or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revocation refresh.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reviewed local C2PA trust snapshot installed. Provenance overrides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disabled.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(00:03): Heuristic synthetic likelihood 47/100 from metadata +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pixel statistics.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3505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00:03: 47/100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7000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00:06: 47/100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0495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00:09: 47/100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39902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 00:12: 47/100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5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camera EXIF (common in AI exports, screenshots, and re-saves).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ELA mean 0.5, peak 14 (uniform high ELA can indicate generation/heavy edit).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High-frequency noise std 2.95 (very low/very uniform noise is a synthesis cue).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Spectral peakiness 39.98 (periodic frequency peaks can mark generated textures).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Per-frame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8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494"/>
                <a:gridCol w="4374489"/>
                <a:gridCol w="1682495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Frame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Rating / 100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494"/>
                <a:gridCol w="4374489"/>
                <a:gridCol w="1682495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00:03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85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494"/>
                <a:gridCol w="4374489"/>
                <a:gridCol w="1682495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00:06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83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494"/>
                <a:gridCol w="4374489"/>
                <a:gridCol w="1682495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00:09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494"/>
                <a:gridCol w="4374489"/>
                <a:gridCol w="1682495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00:12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88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Local soundtrack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 1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Audio inspection: present; tracks: 1.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 2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Track 0: aac, 2 channel(s), 44100 Hz; duration 15.070499s; decode decoded; 3/3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sampled windows above -60 dBFS after mono downmix.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6029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 3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Sample windows: 0.0s + 3.0s; 6.035s + 3.0s; 12.07s + 3.0s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95249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 4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Original-file credentials are recorded separately. Credential coverage of this audio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track: unresolved.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50520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 5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Audio-level measurements cover the sampled windows. The remaining audio has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been inspected by this check.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Assessment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 1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Visual verdicts for videos cover the sampled still frames. Standalone-audio content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assessments cover the transcript. Soundtrack-origin detection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continuous-motion analysis are outside these assessments.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456688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 2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Original-file credentials, excerpt descriptions and visual interpretation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separately. Credential coverage of an individual audio track remains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unresolved by this workflow.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Evidence supporting this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116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1623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(00:09): synthetic likelihood 90/100; tells: glowing swirling portal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inside brick archway rendered seamlessly into scene lighting, smooth, waxy skin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texture with painterly softness on all three faces, uniformly cinematic teal-orange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grade and volumetric haze typical of generative video models, fruit in crates and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baskets rendered as repetitive, near-identical blobs with little individual detail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863088"/>
          <a:ext cx="8412479" cy="1365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3655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(00:12): synthetic likelihood 88/100; tells: Translucent figures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overlap the storefront with smeared, poorly resolved anatomy., Window figures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do not clearly correspond to the foreground woman's pose or position.,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Dragon-like creature behind the left figure has soft, indistinct anatomical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boundaries., Costume details and produce have unusually uniform, painterly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surface smoothing.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228592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Worst of 4 frames (00:03): synthetic likelihood 68/100; tells: CGI or generative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rendering textures on creature scales, unnatural lighting blend between creature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tunnel background, diffuse glow inconsistency around wrist gauntlet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projection, smooth plastic-like skin texture on subject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Additional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 observation; considered alongside the model assessments.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Visible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text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SLANE NW EASE (partially legible, likely garbled)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How this assessment was reached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1. frame_agreement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frames=4; synthetic_frames=4; authentic_frames=0; rating_spread=8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2. verdict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value=synthetic_likely; confidence=medium; reason=4 of 4 frames read as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or edited.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File and analysis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File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animated-video.mov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ID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cb156800-47b6-4687-a9fa-67963f5aa819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Generated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2026-09-27T21:00:50.708133+00:00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Tool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SDA Vision 0.1.0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claude-opus-5-5, gemini-3.8-flash, gpt-6-astra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Method version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pdf-preparation-2026-09-26.1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lens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Original SHA-256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af5b2c84950d66ce32b4d7f603314a7fc70a9353d397ca71aa78d35e2327ce23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4968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1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Duration 15s; sampled 4 frame(s).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484632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2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Audio tracks inspected locally. Soundtrack uploads require a separate optional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check; AI-origin detection from sound is outside this workflow.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39902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3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Visual assessment covers the sampled still frames. Soundtrack checks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separately; continuous motion is outside this assessment.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File and analysis record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 Acoustic AI-origin detection: outside 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4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Completed provider replies recovered offline after a local thumbnail error.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Response-to-frame associations were reconstructed from the distinct scene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descriptions; individual API timings were not retained.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 Vision: Analysis report</dc:title>
  <dc:subject>Research assessment export</dc:subject>
  <dc:creator>SDA Vision</dc:creator>
  <cp:keywords/>
  <dc:description/>
  <cp:lastModifiedBy>SDA Vision</cp:lastModifiedBy>
  <cp:revision>1</cp:revision>
  <dcterms:created xsi:type="dcterms:W3CDTF">2026-10-16T06:37:15Z</dcterms:created>
  <dcterms:modified xsi:type="dcterms:W3CDTF">2026-10-16T06:37:15Z</dcterms:modified>
  <cp:category/>
</cp:coreProperties>
</file>