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journal-diagram.png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Assessment summary</a:t>
            </a:r>
          </a:p>
          <a:p>
            <a:r>
              <a:t>Finding | Leaning synthetic</a:t>
            </a:r>
          </a:p>
          <a:p>
            <a:r>
              <a:t>Recorded verdict | synthetic likely</a:t>
            </a:r>
          </a:p>
          <a:p>
            <a:r>
              <a:t>Confidence | medium</a:t>
            </a:r>
          </a:p>
          <a:p>
            <a:r>
              <a:t>Indicative rating | 68/100</a:t>
            </a:r>
          </a:p>
          <a:p>
            <a:r>
              <a:t>Rating basis | median of available model ratings; not a calibrated probability</a:t>
            </a:r>
          </a:p>
          <a:p>
            <a:r>
              <a:t>Explanation | 2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overview</a:t>
            </a:r>
          </a:p>
          <a:p>
            <a:r>
              <a:t>Claude Vision | vision / ok | synthetic likely | 80/100</a:t>
            </a:r>
          </a:p>
          <a:p>
            <a:r>
              <a:t>OpenAI Vision | vision / ok | inconclusive | 45/100</a:t>
            </a:r>
          </a:p>
          <a:p>
            <a:r>
              <a:t>Gemini Vision | vision / ok | synthetic likely | 68/100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1.8, peak 62 (uniform high ELA can indicate generation/heavy edit).</a:t>
            </a:r>
          </a:p>
          <a:p>
            <a:r>
              <a:t>Evidence 3 | High-frequency noise std 11.38 (very low/very uniform noise is a synthesis cue).</a:t>
            </a:r>
          </a:p>
          <a:p>
            <a:r>
              <a:t>Evidence 4 | Spectral peakiness 19.81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Evidence supporting this verdict</a:t>
            </a:r>
          </a:p>
          <a:p>
            <a:r>
              <a:t>Claude Vision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Gemini Vision | synthetic likelihood 68/100; tells: model read this as AI editing over a photographic base image, sterile digital rendering style, slightly inconsistent anatomical blending in syringe and hand, typical AI-generated vector/digital medical illustration texture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Additional findings</a:t>
            </a:r>
          </a:p>
          <a:p>
            <a:r>
              <a:t>OpenAI Vision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Visible text</a:t>
            </a:r>
          </a:p>
          <a:p>
            <a:r>
              <a:t>Recorded text | Biomedical Signals • Research Commentary • 2025 | mRNA Vaccination and the Brain: A Proposed Pathway | CAN PARTICLES CROSS THE BLOOD–BRAIN BARRIER? | Brain | Bloodstream | Suggested outcomes | Inflammation | Brain fog | Memory changes | Figure 1. Hypothetical pathway illustrated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How this assessment was reached</a:t>
            </a:r>
          </a:p>
          <a:p>
            <a:r>
              <a:t>1. override | outcome=none; detail=No confirmed C2PA AI assertion or SynthID watermark. Origin remains unresolved by these checks.</a:t>
            </a:r>
          </a:p>
          <a:p>
            <a:r>
              <a:t>2. model_agreement | synthetic=['Claude Vision', 'Gemini Vision']; authentic=[]; uncertain=['OpenAI Vision']; forensic_supports_synthetic=False</a:t>
            </a:r>
          </a:p>
          <a:p>
            <a:r>
              <a:t>3. verdict | value=synthetic_likely; confidence=medium; reason=2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File and analysis record</a:t>
            </a:r>
          </a:p>
          <a:p>
            <a:r>
              <a:t>File | journal-diagram.png</a:t>
            </a:r>
          </a:p>
          <a:p>
            <a:r>
              <a:t>Analysis ID | 8faa3dd9-dfff-476f-a33e-cd661e1e6f35</a:t>
            </a:r>
          </a:p>
          <a:p>
            <a:r>
              <a:t>Generated | 2026-09-26T22:31:05+00:00</a:t>
            </a:r>
          </a:p>
          <a:p>
            <a:r>
              <a:t>Tool | SDA Vision 0.1.0</a:t>
            </a:r>
          </a:p>
          <a:p>
            <a:r>
              <a:t>Models | claude-opus-5-5, gemini-3.8-flash, gpt-6-astra</a:t>
            </a:r>
          </a:p>
          <a:p>
            <a:r>
              <a:t>Method version | pdf-preparation-2026-09-26.1</a:t>
            </a:r>
          </a:p>
          <a:p>
            <a:r>
              <a:t>Analysis lens | general</a:t>
            </a:r>
          </a:p>
          <a:p>
            <a:r>
              <a:t>Original SHA-256 | c9a680547869618d7c63648d317b1f27c03ede59d5113a7cd6818f5ce2bd654e</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2514600" y="1353312"/>
            <a:ext cx="41148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journal-diagram.png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45/100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soft airbrushed painterly shading across all elements, typical of current</a:t>
                      </a:r>
                    </a:p>
                    <a:p>
                      <a:pPr>
                        <a:lnSpc>
                          <a:spcPts val="1600"/>
                        </a:lnSpc>
                        <a:spcAft>
                          <a:spcPts val="0"/>
                        </a:spcAft>
                        <a:defRPr sz="1200" b="0">
                          <a:solidFill>
                            <a:srgbClr val="21243A"/>
                          </a:solidFill>
                          <a:latin typeface="Arial"/>
                        </a:defRPr>
                      </a:pPr>
                      <a:r>
                        <a:t>image-generation models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Whole composite (portrait, anatomy, inset, icons, typography) rendered in one</a:t>
                      </a:r>
                    </a:p>
                    <a:p>
                      <a:pPr>
                        <a:lnSpc>
                          <a:spcPts val="1600"/>
                        </a:lnSpc>
                        <a:spcAft>
                          <a:spcPts val="0"/>
                        </a:spcAft>
                        <a:defRPr sz="1200" b="0">
                          <a:solidFill>
                            <a:srgbClr val="21243A"/>
                          </a:solidFill>
                          <a:latin typeface="Arial"/>
                        </a:defRPr>
                      </a:pPr>
                      <a:r>
                        <a:t>seamless style rather than assembled from separate assets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Anatomically loose vasculature: arteries drawn over the brain surface and an</a:t>
                      </a:r>
                    </a:p>
                    <a:p>
                      <a:pPr>
                        <a:lnSpc>
                          <a:spcPts val="1600"/>
                        </a:lnSpc>
                        <a:spcAft>
                          <a:spcPts val="0"/>
                        </a:spcAft>
                        <a:defRPr sz="1200" b="0">
                          <a:solidFill>
                            <a:srgbClr val="21243A"/>
                          </a:solidFill>
                          <a:latin typeface="Arial"/>
                        </a:defRPr>
                      </a:pPr>
                      <a:r>
                        <a:t>idealized carotid path from neck to cortex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Generic glowing highlights (red cortical hotspot, yellow injection-site glow) used</a:t>
                      </a:r>
                    </a:p>
                    <a:p>
                      <a:pPr>
                        <a:lnSpc>
                          <a:spcPts val="1600"/>
                        </a:lnSpc>
                        <a:spcAft>
                          <a:spcPts val="0"/>
                        </a:spcAft>
                        <a:defRPr sz="1200" b="0">
                          <a:solidFill>
                            <a:srgbClr val="21243A"/>
                          </a:solidFill>
                          <a:latin typeface="Arial"/>
                        </a:defRPr>
                      </a:pPr>
                      <a:r>
                        <a:t>as stylized emphasis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Repetitive near-identical lipid-nanoparticle and red blood cell motifs with slight</a:t>
                      </a:r>
                    </a:p>
                    <a:p>
                      <a:pPr>
                        <a:lnSpc>
                          <a:spcPts val="1600"/>
                        </a:lnSpc>
                        <a:spcAft>
                          <a:spcPts val="0"/>
                        </a:spcAft>
                        <a:defRPr sz="1200" b="0">
                          <a:solidFill>
                            <a:srgbClr val="21243A"/>
                          </a:solidFill>
                          <a:latin typeface="Arial"/>
                        </a:defRPr>
                      </a:pPr>
                      <a:r>
                        <a:t>random variation</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Clean but slightly generic serif typography and masthead ('Biomedical Signals'),</a:t>
                      </a:r>
                    </a:p>
                    <a:p>
                      <a:pPr>
                        <a:lnSpc>
                          <a:spcPts val="1600"/>
                        </a:lnSpc>
                        <a:spcAft>
                          <a:spcPts val="0"/>
                        </a:spcAft>
                        <a:defRPr sz="1200" b="0">
                          <a:solidFill>
                            <a:srgbClr val="21243A"/>
                          </a:solidFill>
                          <a:latin typeface="Arial"/>
                        </a:defRPr>
                      </a:pPr>
                      <a:r>
                        <a:t>consistent with high-fidelity text rendering in recent generators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(no sensor noise, lens blur, or optical depth of field);</a:t>
                      </a:r>
                    </a:p>
                    <a:p>
                      <a:pPr>
                        <a:lnSpc>
                          <a:spcPts val="1600"/>
                        </a:lnSpc>
                        <a:spcAft>
                          <a:spcPts val="0"/>
                        </a:spcAft>
                        <a:defRPr sz="1200" b="0">
                          <a:solidFill>
                            <a:srgbClr val="21243A"/>
                          </a:solidFill>
                          <a:latin typeface="Arial"/>
                        </a:defRPr>
                      </a:pPr>
                      <a:r>
                        <a:t>content is digital illustration throughout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5017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Gloved hand and syringe are plausible but smoothly idealized, with simplified</a:t>
                      </a:r>
                    </a:p>
                    <a:p>
                      <a:pPr>
                        <a:lnSpc>
                          <a:spcPts val="1600"/>
                        </a:lnSpc>
                        <a:spcAft>
                          <a:spcPts val="0"/>
                        </a:spcAft>
                        <a:defRPr sz="1200" b="0">
                          <a:solidFill>
                            <a:srgbClr val="21243A"/>
                          </a:solidFill>
                          <a:latin typeface="Arial"/>
                        </a:defRPr>
                      </a:pPr>
                      <a:r>
                        <a:t>plunger and needle detail</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an illustration, not a photo, so camera-forensic cues do not apply.</a:t>
                      </a:r>
                    </a:p>
                    <a:p>
                      <a:pPr>
                        <a:lnSpc>
                          <a:spcPts val="1600"/>
                        </a:lnSpc>
                        <a:spcAft>
                          <a:spcPts val="0"/>
                        </a:spcAft>
                        <a:defRPr sz="1200" b="0">
                          <a:solidFill>
                            <a:srgbClr val="21243A"/>
                          </a:solidFill>
                          <a:latin typeface="Arial"/>
                        </a:defRPr>
                      </a:pPr>
                      <a:r>
                        <a:t>Skilled human illustrators using digital airbrush styles can produce similar output.</a:t>
                      </a:r>
                    </a:p>
                    <a:p>
                      <a:pPr>
                        <a:lnSpc>
                          <a:spcPts val="1600"/>
                        </a:lnSpc>
                        <a:spcAft>
                          <a:spcPts val="0"/>
                        </a:spcAft>
                        <a:defRPr sz="1200" b="0">
                          <a:solidFill>
                            <a:srgbClr val="21243A"/>
                          </a:solidFill>
                          <a:latin typeface="Arial"/>
                        </a:defRPr>
                      </a:pPr>
                      <a:r>
                        <a:t>Check for C2PA/metadata, reverse-image search, and verify whether 'Biomedical</a:t>
                      </a:r>
                    </a:p>
                    <a:p>
                      <a:pPr>
                        <a:lnSpc>
                          <a:spcPts val="1600"/>
                        </a:lnSpc>
                        <a:spcAft>
                          <a:spcPts val="0"/>
                        </a:spcAft>
                        <a:defRPr sz="1200" b="0">
                          <a:solidFill>
                            <a:srgbClr val="21243A"/>
                          </a:solidFill>
                          <a:latin typeface="Arial"/>
                        </a:defRPr>
                      </a:pPr>
                      <a:r>
                        <a:t>Signals' is a real publication.</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Entire image is a medical illustration, with no camera-photo base visible.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Headings and labels are legible, with consistent serif typography and aligned</a:t>
                      </a:r>
                    </a:p>
                    <a:p>
                      <a:pPr>
                        <a:lnSpc>
                          <a:spcPts val="1600"/>
                        </a:lnSpc>
                        <a:spcAft>
                          <a:spcPts val="0"/>
                        </a:spcAft>
                        <a:defRPr sz="1200" b="0">
                          <a:solidFill>
                            <a:srgbClr val="21243A"/>
                          </a:solidFill>
                          <a:latin typeface="Arial"/>
                        </a:defRPr>
                      </a:pPr>
                      <a:r>
                        <a:t>layout.</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Anatomy and cellular elements use smooth shaded fills and clean outlines</a:t>
                      </a:r>
                    </a:p>
                    <a:p>
                      <a:pPr>
                        <a:lnSpc>
                          <a:spcPts val="1600"/>
                        </a:lnSpc>
                        <a:spcAft>
                          <a:spcPts val="0"/>
                        </a:spcAft>
                        <a:defRPr sz="1200" b="0">
                          <a:solidFill>
                            <a:srgbClr val="21243A"/>
                          </a:solidFill>
                          <a:latin typeface="Arial"/>
                        </a:defRPr>
                      </a:pPr>
                      <a:r>
                        <a:t>compatible with conventional digital illustration.</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Conventional digital artwork and AI-assisted illustration can look alike;</a:t>
                      </a:r>
                    </a:p>
                    <a:p>
                      <a:pPr>
                        <a:lnSpc>
                          <a:spcPts val="1600"/>
                        </a:lnSpc>
                        <a:spcAft>
                          <a:spcPts val="0"/>
                        </a:spcAft>
                        <a:defRPr sz="1200" b="0">
                          <a:solidFill>
                            <a:srgbClr val="21243A"/>
                          </a:solidFill>
                          <a:latin typeface="Arial"/>
                        </a:defRPr>
                      </a:pPr>
                      <a:r>
                        <a:t>source files and provenance are needed to distinguish them.</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Model read this as AI editing over a photographic base image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Sterile digital rendering style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Slightly inconsistent anatomical blending in syringe and hand</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Typical AI-generated vector/digital medical illustration texture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modern typography composited over generated artwork</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High-quality human digital medical illustrators use similar styles, making</a:t>
                      </a:r>
                    </a:p>
                    <a:p>
                      <a:pPr>
                        <a:lnSpc>
                          <a:spcPts val="1600"/>
                        </a:lnSpc>
                        <a:spcAft>
                          <a:spcPts val="0"/>
                        </a:spcAft>
                        <a:defRPr sz="1200" b="0">
                          <a:solidFill>
                            <a:srgbClr val="21243A"/>
                          </a:solidFill>
                          <a:latin typeface="Arial"/>
                        </a:defRPr>
                      </a:pPr>
                      <a:r>
                        <a:t>definitive technical separation difficult without source files.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1.8, peak 62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11.38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19.81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2694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415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Biomedical Signals • Research Commentary • 2025 | mRNA Vaccination and the</a:t>
                      </a:r>
                    </a:p>
                    <a:p>
                      <a:pPr>
                        <a:lnSpc>
                          <a:spcPts val="1600"/>
                        </a:lnSpc>
                        <a:spcAft>
                          <a:spcPts val="0"/>
                        </a:spcAft>
                        <a:defRPr sz="1200" b="0">
                          <a:solidFill>
                            <a:srgbClr val="21243A"/>
                          </a:solidFill>
                          <a:latin typeface="Arial"/>
                        </a:defRPr>
                      </a:pPr>
                      <a:r>
                        <a:t>Brain: A Proposed Pathway | CAN PARTICLES CROSS THE BLOOD–BRAIN BARRIER?</a:t>
                      </a:r>
                    </a:p>
                    <a:p>
                      <a:pPr>
                        <a:lnSpc>
                          <a:spcPts val="1600"/>
                        </a:lnSpc>
                        <a:spcAft>
                          <a:spcPts val="0"/>
                        </a:spcAft>
                        <a:defRPr sz="1200" b="0">
                          <a:solidFill>
                            <a:srgbClr val="21243A"/>
                          </a:solidFill>
                          <a:latin typeface="Arial"/>
                        </a:defRPr>
                      </a:pPr>
                      <a:r>
                        <a:t>| Brain | Bloodstream | Suggested outcomes | Inflammation | Brain fog |</a:t>
                      </a:r>
                    </a:p>
                    <a:p>
                      <a:pPr>
                        <a:lnSpc>
                          <a:spcPts val="1600"/>
                        </a:lnSpc>
                        <a:spcAft>
                          <a:spcPts val="0"/>
                        </a:spcAft>
                        <a:defRPr sz="1200" b="0">
                          <a:solidFill>
                            <a:srgbClr val="21243A"/>
                          </a:solidFill>
                          <a:latin typeface="Arial"/>
                        </a:defRPr>
                      </a:pPr>
                      <a:r>
                        <a:t>Memory changes | Figure 1. Hypothetical pathway illustrated for discussion.</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'Gemini Vision']; authentic=[]; uncertain=['OpenAI</a:t>
                      </a:r>
                    </a:p>
                    <a:p>
                      <a:pPr>
                        <a:lnSpc>
                          <a:spcPts val="1600"/>
                        </a:lnSpc>
                        <a:spcAft>
                          <a:spcPts val="0"/>
                        </a:spcAft>
                        <a:defRPr sz="1200" b="0">
                          <a:solidFill>
                            <a:srgbClr val="21243A"/>
                          </a:solidFill>
                          <a:latin typeface="Arial"/>
                        </a:defRPr>
                      </a:pPr>
                      <a:r>
                        <a:t>Vision'];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confidence=medium; reason=2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journal-diagram.png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8faa3dd9-dfff-476f-a33e-cd661e1e6f35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2026-09-26T22:31:05+00:00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c9a680547869618d7c63648d317b1f27c03ede59d5113a7cd6818f5ce2bd654e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