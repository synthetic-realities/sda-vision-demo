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journal-diagram.png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Assessment summary</a:t>
            </a:r>
          </a:p>
          <a:p>
            <a:r>
              <a:t>Finding | Inconclusive</a:t>
            </a:r>
          </a:p>
          <a:p>
            <a:r>
              <a:t>Recorded verdict | inconclusive</a:t>
            </a:r>
          </a:p>
          <a:p>
            <a:r>
              <a:t>Confidence | low</a:t>
            </a:r>
          </a:p>
          <a:p>
            <a:r>
              <a:t>Indicative rating | n/a</a:t>
            </a:r>
          </a:p>
          <a:p>
            <a:r>
              <a:t>Rating basis | no numeric score</a:t>
            </a:r>
          </a:p>
          <a:p>
            <a:r>
              <a:t>Explanation | No vision model returned a usable result. Check provider status in the table.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Provider overview</a:t>
            </a:r>
          </a:p>
          <a:p>
            <a:r>
              <a:t>Claude Vision | vision / disabled | inconclusive | n/a</a:t>
            </a:r>
          </a:p>
          <a:p>
            <a:r>
              <a:t>OpenAI Vision | vision / disabled | inconclusive | n/a</a:t>
            </a:r>
          </a:p>
          <a:p>
            <a:r>
              <a:t>Gemini Vision | vision / disabled | inconclusive | n/a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41/100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Not recorded</a:t>
            </a:r>
          </a:p>
          <a:p>
            <a:r>
              <a:t>Status | disabled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Not listed</a:t>
            </a:r>
          </a:p>
          <a:p>
            <a:r>
              <a:t>Provider summary | LLM visual check not run for this example. This testing record contains local file checks only.</a:t>
            </a:r>
          </a:p>
          <a:p>
            <a:r>
              <a:t>Evidence 1 | No request or image was sent to this provider for this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Not recorded</a:t>
            </a:r>
          </a:p>
          <a:p>
            <a:r>
              <a:t>Status | disabled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Not listed</a:t>
            </a:r>
          </a:p>
          <a:p>
            <a:r>
              <a:t>Provider summary | LLM visual check not run for this example. This testing record contains local file checks only.</a:t>
            </a:r>
          </a:p>
          <a:p>
            <a:r>
              <a:t>Evidence 1 | No request or image was sent to this provider for this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Not recorded</a:t>
            </a:r>
          </a:p>
          <a:p>
            <a:r>
              <a:t>Status | disabled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Not listed</a:t>
            </a:r>
          </a:p>
          <a:p>
            <a:r>
              <a:t>Provider summary | LLM visual check not run for this example. This testing record contains local file checks only.</a:t>
            </a:r>
          </a:p>
          <a:p>
            <a:r>
              <a:t>Evidence 1 | No request or image was sent to this provider for this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41/100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1.8, peak 62 (uniform high ELA can indicate generation/heavy edit).</a:t>
            </a:r>
          </a:p>
          <a:p>
            <a:r>
              <a:t>Evidence 3 | High-frequency noise std 11.38 (very low/very uniform noise is a synthesis cue).</a:t>
            </a:r>
          </a:p>
          <a:p>
            <a:r>
              <a:t>Evidence 4 | Spectral peakiness 19.81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Evidence supporting this verdict</a:t>
            </a:r>
          </a:p>
          <a:p>
            <a:r>
              <a:t>Record | No entries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synthetic=[]; authentic=[]; uncertain=[]; forensic_supports_synthetic=False</a:t>
            </a:r>
          </a:p>
          <a:p>
            <a:r>
              <a:t>3. verdict | value=inconclusive; confidence=low; reason=No vision model returned a usable result. Check provider status in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File and analysis record</a:t>
            </a:r>
          </a:p>
          <a:p>
            <a:r>
              <a:t>File | journal-diagram.png</a:t>
            </a:r>
          </a:p>
          <a:p>
            <a:r>
              <a:t>Analysis ID | 8af36632-7cb1-41aa-ac9a-74b314ddfa52</a:t>
            </a:r>
          </a:p>
          <a:p>
            <a:r>
              <a:t>Generated | 2026-09-26T18:37:48+00:00</a:t>
            </a:r>
          </a:p>
          <a:p>
            <a:r>
              <a:t>Tool | SDA Vision 0.1.0</a:t>
            </a:r>
          </a:p>
          <a:p>
            <a:r>
              <a:t>Models | Not recorded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c9a680547869618d7c63648d317b1f27c03ede59d5113a7cd6818f5ce2bd654e</a:t>
            </a:r>
          </a:p>
          <a:p>
            <a:r>
              <a:t>Ingestion note 1 | Local checks only. LLM visual checks have not been run for this example; no provider requests or fees. An Inconclusive combined result here reflects unavailable visual assessments, not three inconclusive model replies.</a:t>
            </a:r>
          </a:p>
          <a:p>
            <a:r>
              <a:t>Ingestion note 2 | Presentation copy of saved report 60372b03-66fe-4d66-8a70-d43f0688945c.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journal-diagram.png</a:t>
            </a:r>
          </a:p>
          <a:p>
            <a:r>
              <a:t>File and analysis record</a:t>
            </a:r>
          </a:p>
          <a:p>
            <a:r>
              <a:t>File | journal-diagram.png</a:t>
            </a:r>
          </a:p>
          <a:p>
            <a:r>
              <a:t>Analysis ID | 8af36632-7cb1-41aa-ac9a-74b314ddfa52</a:t>
            </a:r>
          </a:p>
          <a:p>
            <a:r>
              <a:t>Generated | 2026-09-26T18:37:48+00:00</a:t>
            </a:r>
          </a:p>
          <a:p>
            <a:r>
              <a:t>Tool | SDA Vision 0.1.0</a:t>
            </a:r>
          </a:p>
          <a:p>
            <a:r>
              <a:t>Models | Not recorded</a:t>
            </a:r>
          </a:p>
          <a:p>
            <a:r>
              <a:t>Method version | verdict-consistency-2026-09-26.1</a:t>
            </a:r>
          </a:p>
          <a:p>
            <a:r>
              <a:t>Analysis lens | general</a:t>
            </a:r>
          </a:p>
          <a:p>
            <a:r>
              <a:t>Original SHA-256 | c9a680547869618d7c63648d317b1f27c03ede59d5113a7cd6818f5ce2bd654e</a:t>
            </a:r>
          </a:p>
          <a:p>
            <a:r>
              <a:t>Ingestion note 1 | Local checks only. LLM visual checks have not been run for this example; no provider requests or fees. An Inconclusive combined result here reflects unavailable visual assessments, not three inconclusive model replies.</a:t>
            </a:r>
          </a:p>
          <a:p>
            <a:r>
              <a:t>Ingestion note 2 | Presentation copy of saved report 60372b03-66fe-4d66-8a70-d43f0688945c. The descriptive filename replaces the earlier example ID for navigation. Original analysis dates, provider replies, scores and acquisition context are retained; no new model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353312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journal-diagram.png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numeric score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vision model returned a usable result. Check provider status in the table.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disabled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41/100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listed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LLM visual check not run for this example. This testing record contains local file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 only.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request or image was sent to this provider for this record.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listed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LLM visual check not run for this example. This testing record contains local file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 only.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request or image was sent to this provider for this record.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listed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LLM visual check not run for this example. This testing record contains local file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 only.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request or image was sent to this provider for this record.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41/100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1.8, peak 62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11.38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19.81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entries recorded.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synthetic=[]; authentic=[]; 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6029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value=inconclusive; confidence=low; reason=No vision model returned a usable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result. Check provider status in the table.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journal-diagram.png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8af36632-7cb1-41aa-ac9a-74b314ddfa52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2026-09-26T18:37:48+00:00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verdict-consistency-2026-09-26.1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c9a680547869618d7c63648d317b1f27c03ede59d5113a7cd6818f5ce2bd654e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checks only. LLM visual checks have not been run for this example; no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requests or fees. An Inconclusive combined result here reflects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unavailable visual assessments, not three inconclusive model replies.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Presentation copy of saved report 60372b03-66fe-4d66-8a70-d43f0688945c.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descriptive filename replaces the earlier example ID for navigation. Original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dates, provider replies, scores and acquisition context are retained; no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Continued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new model analysis.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